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490" r:id="rId2"/>
    <p:sldId id="491" r:id="rId3"/>
    <p:sldId id="492" r:id="rId4"/>
    <p:sldId id="493" r:id="rId5"/>
    <p:sldId id="494" r:id="rId6"/>
    <p:sldId id="497" r:id="rId7"/>
    <p:sldId id="534" r:id="rId8"/>
    <p:sldId id="496" r:id="rId9"/>
    <p:sldId id="509" r:id="rId10"/>
    <p:sldId id="501" r:id="rId11"/>
    <p:sldId id="499" r:id="rId12"/>
    <p:sldId id="500" r:id="rId13"/>
    <p:sldId id="502" r:id="rId14"/>
    <p:sldId id="510" r:id="rId15"/>
    <p:sldId id="503" r:id="rId16"/>
    <p:sldId id="516" r:id="rId17"/>
    <p:sldId id="526" r:id="rId18"/>
    <p:sldId id="511" r:id="rId19"/>
    <p:sldId id="507" r:id="rId20"/>
    <p:sldId id="513" r:id="rId21"/>
    <p:sldId id="512" r:id="rId22"/>
    <p:sldId id="515" r:id="rId23"/>
    <p:sldId id="535" r:id="rId24"/>
    <p:sldId id="519" r:id="rId25"/>
    <p:sldId id="520" r:id="rId26"/>
    <p:sldId id="525" r:id="rId27"/>
    <p:sldId id="529" r:id="rId28"/>
    <p:sldId id="505" r:id="rId29"/>
    <p:sldId id="527" r:id="rId30"/>
    <p:sldId id="536" r:id="rId31"/>
    <p:sldId id="524" r:id="rId32"/>
    <p:sldId id="530" r:id="rId33"/>
    <p:sldId id="528" r:id="rId34"/>
    <p:sldId id="532" r:id="rId35"/>
    <p:sldId id="533" r:id="rId36"/>
    <p:sldId id="508" r:id="rId37"/>
    <p:sldId id="504" r:id="rId38"/>
    <p:sldId id="537" r:id="rId39"/>
    <p:sldId id="506" r:id="rId40"/>
    <p:sldId id="538" r:id="rId41"/>
    <p:sldId id="531" r:id="rId42"/>
    <p:sldId id="522" r:id="rId43"/>
    <p:sldId id="517" r:id="rId44"/>
    <p:sldId id="518" r:id="rId45"/>
    <p:sldId id="521" r:id="rId4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BDBDB"/>
    <a:srgbClr val="CC0000"/>
    <a:srgbClr val="FFFFFF"/>
    <a:srgbClr val="F4B183"/>
    <a:srgbClr val="9147FF"/>
    <a:srgbClr val="FF6161"/>
    <a:srgbClr val="FF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6" autoAdjust="0"/>
    <p:restoredTop sz="93014" autoAdjust="0"/>
  </p:normalViewPr>
  <p:slideViewPr>
    <p:cSldViewPr snapToGrid="0">
      <p:cViewPr varScale="1">
        <p:scale>
          <a:sx n="104" d="100"/>
          <a:sy n="104" d="100"/>
        </p:scale>
        <p:origin x="8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65907-7D57-4433-8211-6199A33720CC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A026C-B19E-44FF-B0B5-78FD8E8337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71663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D52C45-379B-4425-B4A5-CB9603045099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882356-8618-4012-8B64-23DCDF5EE6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8214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882356-8618-4012-8B64-23DCDF5EE68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8386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093565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54480685-F935-43B4-95D4-714769FF9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210122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cxnSp>
        <p:nvCxnSpPr>
          <p:cNvPr id="9" name="直線接點 8"/>
          <p:cNvCxnSpPr/>
          <p:nvPr userDrawn="1"/>
        </p:nvCxnSpPr>
        <p:spPr>
          <a:xfrm>
            <a:off x="555811" y="6356350"/>
            <a:ext cx="11080377" cy="0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21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 userDrawn="1"/>
        </p:nvCxnSpPr>
        <p:spPr>
          <a:xfrm>
            <a:off x="484094" y="6356350"/>
            <a:ext cx="11080377" cy="0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184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B0DA92-6EA2-4923-9E10-AE0A922B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A98CEA3-EDD8-4B05-823C-F9EA65107A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98588"/>
            <a:ext cx="5257800" cy="478313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01AAC7C-B4AC-43DB-AF39-E0F9AAF0226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00" y="1398587"/>
            <a:ext cx="5257800" cy="478313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1692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75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192306"/>
            <a:ext cx="10515600" cy="4984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7377953" y="6385023"/>
            <a:ext cx="41408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Center for Intelligent Manufacturing (RCIM)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1B721EA-BD67-4C24-8CFD-9DBC5BAE0922}"/>
              </a:ext>
            </a:extLst>
          </p:cNvPr>
          <p:cNvSpPr txBox="1"/>
          <p:nvPr userDrawn="1"/>
        </p:nvSpPr>
        <p:spPr>
          <a:xfrm>
            <a:off x="838200" y="6385022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TW" altLang="en-US" sz="1200" dirty="0">
                <a:solidFill>
                  <a:prstClr val="black"/>
                </a:solidFill>
                <a:cs typeface="Times New Roman" panose="02020603050405020304" pitchFamily="18" charset="0"/>
              </a:rPr>
              <a:t>淡江大學人工智慧學系</a:t>
            </a:r>
          </a:p>
        </p:txBody>
      </p:sp>
    </p:spTree>
    <p:extLst>
      <p:ext uri="{BB962C8B-B14F-4D97-AF65-F5344CB8AC3E}">
        <p14:creationId xmlns:p14="http://schemas.microsoft.com/office/powerpoint/2010/main" val="3940903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6" r:id="rId5"/>
  </p:sldLayoutIdLst>
  <p:hf sldNum="0" hdr="0" ftr="0"/>
  <p:txStyles>
    <p:titleStyle>
      <a:lvl1pPr marL="0" indent="0" algn="ctr" defTabSz="914400" rtl="0" eaLnBrk="1" latinLnBrk="0" hangingPunct="1">
        <a:lnSpc>
          <a:spcPct val="90000"/>
        </a:lnSpc>
        <a:spcBef>
          <a:spcPct val="0"/>
        </a:spcBef>
        <a:buFont typeface="Wingdings" panose="05000000000000000000" pitchFamily="2" charset="2"/>
        <a:buNone/>
        <a:defRPr sz="36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jpe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4.png"/><Relationship Id="rId39" Type="http://schemas.openxmlformats.org/officeDocument/2006/relationships/image" Target="../media/image67.png"/><Relationship Id="rId21" Type="http://schemas.openxmlformats.org/officeDocument/2006/relationships/image" Target="../media/image49.png"/><Relationship Id="rId34" Type="http://schemas.openxmlformats.org/officeDocument/2006/relationships/image" Target="../media/image62.png"/><Relationship Id="rId42" Type="http://schemas.openxmlformats.org/officeDocument/2006/relationships/image" Target="../media/image70.png"/><Relationship Id="rId47" Type="http://schemas.openxmlformats.org/officeDocument/2006/relationships/image" Target="../media/image75.png"/><Relationship Id="rId50" Type="http://schemas.openxmlformats.org/officeDocument/2006/relationships/image" Target="../media/image78.png"/><Relationship Id="rId55" Type="http://schemas.openxmlformats.org/officeDocument/2006/relationships/image" Target="../media/image83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33" Type="http://schemas.openxmlformats.org/officeDocument/2006/relationships/image" Target="../media/image61.png"/><Relationship Id="rId38" Type="http://schemas.openxmlformats.org/officeDocument/2006/relationships/image" Target="../media/image66.png"/><Relationship Id="rId46" Type="http://schemas.openxmlformats.org/officeDocument/2006/relationships/image" Target="../media/image74.png"/><Relationship Id="rId2" Type="http://schemas.openxmlformats.org/officeDocument/2006/relationships/image" Target="../media/image11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29" Type="http://schemas.openxmlformats.org/officeDocument/2006/relationships/image" Target="../media/image57.png"/><Relationship Id="rId41" Type="http://schemas.openxmlformats.org/officeDocument/2006/relationships/image" Target="../media/image69.png"/><Relationship Id="rId54" Type="http://schemas.openxmlformats.org/officeDocument/2006/relationships/image" Target="../media/image8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24" Type="http://schemas.openxmlformats.org/officeDocument/2006/relationships/image" Target="../media/image52.png"/><Relationship Id="rId32" Type="http://schemas.openxmlformats.org/officeDocument/2006/relationships/image" Target="../media/image60.png"/><Relationship Id="rId37" Type="http://schemas.openxmlformats.org/officeDocument/2006/relationships/image" Target="../media/image65.png"/><Relationship Id="rId40" Type="http://schemas.openxmlformats.org/officeDocument/2006/relationships/image" Target="../media/image68.png"/><Relationship Id="rId45" Type="http://schemas.openxmlformats.org/officeDocument/2006/relationships/image" Target="../media/image73.png"/><Relationship Id="rId53" Type="http://schemas.openxmlformats.org/officeDocument/2006/relationships/image" Target="../media/image81.png"/><Relationship Id="rId58" Type="http://schemas.openxmlformats.org/officeDocument/2006/relationships/image" Target="../media/image86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28" Type="http://schemas.openxmlformats.org/officeDocument/2006/relationships/image" Target="../media/image56.png"/><Relationship Id="rId36" Type="http://schemas.openxmlformats.org/officeDocument/2006/relationships/image" Target="../media/image64.png"/><Relationship Id="rId49" Type="http://schemas.openxmlformats.org/officeDocument/2006/relationships/image" Target="../media/image77.png"/><Relationship Id="rId57" Type="http://schemas.openxmlformats.org/officeDocument/2006/relationships/image" Target="../media/image85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31" Type="http://schemas.openxmlformats.org/officeDocument/2006/relationships/image" Target="../media/image59.png"/><Relationship Id="rId44" Type="http://schemas.openxmlformats.org/officeDocument/2006/relationships/image" Target="../media/image72.png"/><Relationship Id="rId52" Type="http://schemas.openxmlformats.org/officeDocument/2006/relationships/image" Target="../media/image80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Relationship Id="rId27" Type="http://schemas.openxmlformats.org/officeDocument/2006/relationships/image" Target="../media/image55.png"/><Relationship Id="rId30" Type="http://schemas.openxmlformats.org/officeDocument/2006/relationships/image" Target="../media/image58.png"/><Relationship Id="rId35" Type="http://schemas.openxmlformats.org/officeDocument/2006/relationships/image" Target="../media/image63.png"/><Relationship Id="rId43" Type="http://schemas.openxmlformats.org/officeDocument/2006/relationships/image" Target="../media/image71.png"/><Relationship Id="rId48" Type="http://schemas.openxmlformats.org/officeDocument/2006/relationships/image" Target="../media/image76.png"/><Relationship Id="rId56" Type="http://schemas.openxmlformats.org/officeDocument/2006/relationships/image" Target="../media/image84.png"/><Relationship Id="rId8" Type="http://schemas.openxmlformats.org/officeDocument/2006/relationships/image" Target="../media/image36.png"/><Relationship Id="rId51" Type="http://schemas.openxmlformats.org/officeDocument/2006/relationships/image" Target="../media/image79.png"/><Relationship Id="rId3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9" Type="http://schemas.openxmlformats.org/officeDocument/2006/relationships/image" Target="../media/image122.png"/><Relationship Id="rId3" Type="http://schemas.openxmlformats.org/officeDocument/2006/relationships/image" Target="../media/image87.png"/><Relationship Id="rId21" Type="http://schemas.openxmlformats.org/officeDocument/2006/relationships/image" Target="../media/image104.png"/><Relationship Id="rId34" Type="http://schemas.openxmlformats.org/officeDocument/2006/relationships/image" Target="../media/image117.png"/><Relationship Id="rId42" Type="http://schemas.openxmlformats.org/officeDocument/2006/relationships/image" Target="../media/image125.png"/><Relationship Id="rId47" Type="http://schemas.openxmlformats.org/officeDocument/2006/relationships/image" Target="../media/image130.png"/><Relationship Id="rId50" Type="http://schemas.openxmlformats.org/officeDocument/2006/relationships/image" Target="../media/image133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33" Type="http://schemas.openxmlformats.org/officeDocument/2006/relationships/image" Target="../media/image116.png"/><Relationship Id="rId38" Type="http://schemas.openxmlformats.org/officeDocument/2006/relationships/image" Target="../media/image121.png"/><Relationship Id="rId46" Type="http://schemas.openxmlformats.org/officeDocument/2006/relationships/image" Target="../media/image12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29" Type="http://schemas.openxmlformats.org/officeDocument/2006/relationships/image" Target="../media/image112.png"/><Relationship Id="rId41" Type="http://schemas.openxmlformats.org/officeDocument/2006/relationships/image" Target="../media/image1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32" Type="http://schemas.openxmlformats.org/officeDocument/2006/relationships/image" Target="../media/image115.png"/><Relationship Id="rId37" Type="http://schemas.openxmlformats.org/officeDocument/2006/relationships/image" Target="../media/image120.png"/><Relationship Id="rId40" Type="http://schemas.openxmlformats.org/officeDocument/2006/relationships/image" Target="../media/image123.png"/><Relationship Id="rId45" Type="http://schemas.openxmlformats.org/officeDocument/2006/relationships/image" Target="../media/image128.png"/><Relationship Id="rId53" Type="http://schemas.openxmlformats.org/officeDocument/2006/relationships/image" Target="../media/image136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36" Type="http://schemas.openxmlformats.org/officeDocument/2006/relationships/image" Target="../media/image119.png"/><Relationship Id="rId49" Type="http://schemas.openxmlformats.org/officeDocument/2006/relationships/image" Target="../media/image132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31" Type="http://schemas.openxmlformats.org/officeDocument/2006/relationships/image" Target="../media/image114.png"/><Relationship Id="rId44" Type="http://schemas.openxmlformats.org/officeDocument/2006/relationships/image" Target="../media/image127.png"/><Relationship Id="rId52" Type="http://schemas.openxmlformats.org/officeDocument/2006/relationships/image" Target="../media/image135.png"/><Relationship Id="rId4" Type="http://schemas.openxmlformats.org/officeDocument/2006/relationships/image" Target="../media/image11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image" Target="../media/image113.png"/><Relationship Id="rId35" Type="http://schemas.openxmlformats.org/officeDocument/2006/relationships/image" Target="../media/image118.png"/><Relationship Id="rId43" Type="http://schemas.openxmlformats.org/officeDocument/2006/relationships/image" Target="../media/image126.png"/><Relationship Id="rId48" Type="http://schemas.openxmlformats.org/officeDocument/2006/relationships/image" Target="../media/image131.png"/><Relationship Id="rId8" Type="http://schemas.openxmlformats.org/officeDocument/2006/relationships/image" Target="../media/image91.png"/><Relationship Id="rId51" Type="http://schemas.openxmlformats.org/officeDocument/2006/relationships/image" Target="../media/image1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18" Type="http://schemas.openxmlformats.org/officeDocument/2006/relationships/image" Target="../media/image153.png"/><Relationship Id="rId26" Type="http://schemas.openxmlformats.org/officeDocument/2006/relationships/image" Target="../media/image161.png"/><Relationship Id="rId3" Type="http://schemas.openxmlformats.org/officeDocument/2006/relationships/image" Target="../media/image138.png"/><Relationship Id="rId21" Type="http://schemas.openxmlformats.org/officeDocument/2006/relationships/image" Target="../media/image156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17" Type="http://schemas.openxmlformats.org/officeDocument/2006/relationships/image" Target="../media/image152.png"/><Relationship Id="rId25" Type="http://schemas.openxmlformats.org/officeDocument/2006/relationships/image" Target="../media/image160.png"/><Relationship Id="rId2" Type="http://schemas.openxmlformats.org/officeDocument/2006/relationships/image" Target="../media/image137.png"/><Relationship Id="rId16" Type="http://schemas.openxmlformats.org/officeDocument/2006/relationships/image" Target="../media/image151.png"/><Relationship Id="rId20" Type="http://schemas.openxmlformats.org/officeDocument/2006/relationships/image" Target="../media/image1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159.png"/><Relationship Id="rId5" Type="http://schemas.openxmlformats.org/officeDocument/2006/relationships/image" Target="../media/image140.png"/><Relationship Id="rId15" Type="http://schemas.openxmlformats.org/officeDocument/2006/relationships/image" Target="../media/image150.png"/><Relationship Id="rId23" Type="http://schemas.openxmlformats.org/officeDocument/2006/relationships/image" Target="../media/image158.png"/><Relationship Id="rId10" Type="http://schemas.openxmlformats.org/officeDocument/2006/relationships/image" Target="../media/image145.png"/><Relationship Id="rId19" Type="http://schemas.openxmlformats.org/officeDocument/2006/relationships/image" Target="../media/image154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Relationship Id="rId22" Type="http://schemas.openxmlformats.org/officeDocument/2006/relationships/image" Target="../media/image157.png"/><Relationship Id="rId27" Type="http://schemas.openxmlformats.org/officeDocument/2006/relationships/image" Target="../media/image16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64.png"/><Relationship Id="rId18" Type="http://schemas.openxmlformats.org/officeDocument/2006/relationships/image" Target="../media/image169.png"/><Relationship Id="rId3" Type="http://schemas.openxmlformats.org/officeDocument/2006/relationships/image" Target="../media/image138.png"/><Relationship Id="rId21" Type="http://schemas.openxmlformats.org/officeDocument/2006/relationships/image" Target="../media/image160.png"/><Relationship Id="rId7" Type="http://schemas.openxmlformats.org/officeDocument/2006/relationships/image" Target="../media/image142.png"/><Relationship Id="rId12" Type="http://schemas.openxmlformats.org/officeDocument/2006/relationships/image" Target="../media/image163.png"/><Relationship Id="rId17" Type="http://schemas.openxmlformats.org/officeDocument/2006/relationships/image" Target="../media/image168.png"/><Relationship Id="rId2" Type="http://schemas.openxmlformats.org/officeDocument/2006/relationships/image" Target="../media/image137.png"/><Relationship Id="rId16" Type="http://schemas.openxmlformats.org/officeDocument/2006/relationships/image" Target="../media/image167.png"/><Relationship Id="rId20" Type="http://schemas.openxmlformats.org/officeDocument/2006/relationships/image" Target="../media/image1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154.png"/><Relationship Id="rId5" Type="http://schemas.openxmlformats.org/officeDocument/2006/relationships/image" Target="../media/image140.png"/><Relationship Id="rId15" Type="http://schemas.openxmlformats.org/officeDocument/2006/relationships/image" Target="../media/image166.png"/><Relationship Id="rId23" Type="http://schemas.openxmlformats.org/officeDocument/2006/relationships/image" Target="../media/image152.png"/><Relationship Id="rId10" Type="http://schemas.openxmlformats.org/officeDocument/2006/relationships/image" Target="../media/image145.png"/><Relationship Id="rId19" Type="http://schemas.openxmlformats.org/officeDocument/2006/relationships/image" Target="../media/image158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65.png"/><Relationship Id="rId22" Type="http://schemas.openxmlformats.org/officeDocument/2006/relationships/image" Target="../media/image16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71.png"/><Relationship Id="rId18" Type="http://schemas.openxmlformats.org/officeDocument/2006/relationships/image" Target="../media/image168.png"/><Relationship Id="rId3" Type="http://schemas.openxmlformats.org/officeDocument/2006/relationships/image" Target="../media/image138.png"/><Relationship Id="rId21" Type="http://schemas.openxmlformats.org/officeDocument/2006/relationships/image" Target="../media/image160.png"/><Relationship Id="rId7" Type="http://schemas.openxmlformats.org/officeDocument/2006/relationships/image" Target="../media/image142.png"/><Relationship Id="rId12" Type="http://schemas.openxmlformats.org/officeDocument/2006/relationships/image" Target="../media/image170.png"/><Relationship Id="rId17" Type="http://schemas.openxmlformats.org/officeDocument/2006/relationships/image" Target="../media/image167.png"/><Relationship Id="rId2" Type="http://schemas.openxmlformats.org/officeDocument/2006/relationships/image" Target="../media/image137.png"/><Relationship Id="rId16" Type="http://schemas.openxmlformats.org/officeDocument/2006/relationships/image" Target="../media/image174.png"/><Relationship Id="rId20" Type="http://schemas.openxmlformats.org/officeDocument/2006/relationships/image" Target="../media/image1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154.png"/><Relationship Id="rId5" Type="http://schemas.openxmlformats.org/officeDocument/2006/relationships/image" Target="../media/image140.png"/><Relationship Id="rId15" Type="http://schemas.openxmlformats.org/officeDocument/2006/relationships/image" Target="../media/image173.png"/><Relationship Id="rId23" Type="http://schemas.openxmlformats.org/officeDocument/2006/relationships/image" Target="../media/image152.png"/><Relationship Id="rId10" Type="http://schemas.openxmlformats.org/officeDocument/2006/relationships/image" Target="../media/image145.png"/><Relationship Id="rId19" Type="http://schemas.openxmlformats.org/officeDocument/2006/relationships/image" Target="../media/image158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72.png"/><Relationship Id="rId22" Type="http://schemas.openxmlformats.org/officeDocument/2006/relationships/image" Target="../media/image16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71.png"/><Relationship Id="rId18" Type="http://schemas.openxmlformats.org/officeDocument/2006/relationships/image" Target="../media/image179.png"/><Relationship Id="rId3" Type="http://schemas.openxmlformats.org/officeDocument/2006/relationships/image" Target="../media/image138.png"/><Relationship Id="rId21" Type="http://schemas.openxmlformats.org/officeDocument/2006/relationships/image" Target="../media/image158.png"/><Relationship Id="rId7" Type="http://schemas.openxmlformats.org/officeDocument/2006/relationships/image" Target="../media/image142.png"/><Relationship Id="rId12" Type="http://schemas.openxmlformats.org/officeDocument/2006/relationships/image" Target="../media/image170.png"/><Relationship Id="rId17" Type="http://schemas.openxmlformats.org/officeDocument/2006/relationships/image" Target="../media/image178.png"/><Relationship Id="rId2" Type="http://schemas.openxmlformats.org/officeDocument/2006/relationships/image" Target="../media/image137.png"/><Relationship Id="rId16" Type="http://schemas.openxmlformats.org/officeDocument/2006/relationships/image" Target="../media/image177.png"/><Relationship Id="rId20" Type="http://schemas.openxmlformats.org/officeDocument/2006/relationships/image" Target="../media/image18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161.png"/><Relationship Id="rId5" Type="http://schemas.openxmlformats.org/officeDocument/2006/relationships/image" Target="../media/image140.png"/><Relationship Id="rId15" Type="http://schemas.openxmlformats.org/officeDocument/2006/relationships/image" Target="../media/image176.png"/><Relationship Id="rId23" Type="http://schemas.openxmlformats.org/officeDocument/2006/relationships/image" Target="../media/image160.png"/><Relationship Id="rId10" Type="http://schemas.openxmlformats.org/officeDocument/2006/relationships/image" Target="../media/image145.png"/><Relationship Id="rId19" Type="http://schemas.openxmlformats.org/officeDocument/2006/relationships/image" Target="../media/image180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75.png"/><Relationship Id="rId22" Type="http://schemas.openxmlformats.org/officeDocument/2006/relationships/image" Target="../media/image1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71.png"/><Relationship Id="rId18" Type="http://schemas.openxmlformats.org/officeDocument/2006/relationships/image" Target="../media/image160.png"/><Relationship Id="rId3" Type="http://schemas.openxmlformats.org/officeDocument/2006/relationships/image" Target="../media/image138.png"/><Relationship Id="rId21" Type="http://schemas.openxmlformats.org/officeDocument/2006/relationships/image" Target="../media/image183.png"/><Relationship Id="rId7" Type="http://schemas.openxmlformats.org/officeDocument/2006/relationships/image" Target="../media/image142.png"/><Relationship Id="rId12" Type="http://schemas.openxmlformats.org/officeDocument/2006/relationships/image" Target="../media/image170.png"/><Relationship Id="rId17" Type="http://schemas.openxmlformats.org/officeDocument/2006/relationships/image" Target="../media/image159.png"/><Relationship Id="rId2" Type="http://schemas.openxmlformats.org/officeDocument/2006/relationships/image" Target="../media/image137.png"/><Relationship Id="rId16" Type="http://schemas.openxmlformats.org/officeDocument/2006/relationships/image" Target="../media/image158.png"/><Relationship Id="rId20" Type="http://schemas.openxmlformats.org/officeDocument/2006/relationships/image" Target="../media/image18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186.png"/><Relationship Id="rId5" Type="http://schemas.openxmlformats.org/officeDocument/2006/relationships/image" Target="../media/image140.png"/><Relationship Id="rId15" Type="http://schemas.openxmlformats.org/officeDocument/2006/relationships/image" Target="../media/image176.png"/><Relationship Id="rId23" Type="http://schemas.openxmlformats.org/officeDocument/2006/relationships/image" Target="../media/image185.png"/><Relationship Id="rId10" Type="http://schemas.openxmlformats.org/officeDocument/2006/relationships/image" Target="../media/image145.png"/><Relationship Id="rId19" Type="http://schemas.openxmlformats.org/officeDocument/2006/relationships/image" Target="../media/image161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75.png"/><Relationship Id="rId22" Type="http://schemas.openxmlformats.org/officeDocument/2006/relationships/image" Target="../media/image18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71.png"/><Relationship Id="rId18" Type="http://schemas.openxmlformats.org/officeDocument/2006/relationships/image" Target="../media/image160.png"/><Relationship Id="rId26" Type="http://schemas.openxmlformats.org/officeDocument/2006/relationships/image" Target="../media/image191.png"/><Relationship Id="rId3" Type="http://schemas.openxmlformats.org/officeDocument/2006/relationships/image" Target="../media/image138.png"/><Relationship Id="rId21" Type="http://schemas.openxmlformats.org/officeDocument/2006/relationships/image" Target="../media/image183.png"/><Relationship Id="rId7" Type="http://schemas.openxmlformats.org/officeDocument/2006/relationships/image" Target="../media/image142.png"/><Relationship Id="rId12" Type="http://schemas.openxmlformats.org/officeDocument/2006/relationships/image" Target="../media/image170.png"/><Relationship Id="rId17" Type="http://schemas.openxmlformats.org/officeDocument/2006/relationships/image" Target="../media/image159.png"/><Relationship Id="rId25" Type="http://schemas.openxmlformats.org/officeDocument/2006/relationships/image" Target="../media/image190.png"/><Relationship Id="rId2" Type="http://schemas.openxmlformats.org/officeDocument/2006/relationships/image" Target="../media/image137.png"/><Relationship Id="rId16" Type="http://schemas.openxmlformats.org/officeDocument/2006/relationships/image" Target="../media/image158.png"/><Relationship Id="rId20" Type="http://schemas.openxmlformats.org/officeDocument/2006/relationships/image" Target="../media/image18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189.png"/><Relationship Id="rId5" Type="http://schemas.openxmlformats.org/officeDocument/2006/relationships/image" Target="../media/image140.png"/><Relationship Id="rId15" Type="http://schemas.openxmlformats.org/officeDocument/2006/relationships/image" Target="../media/image176.png"/><Relationship Id="rId23" Type="http://schemas.openxmlformats.org/officeDocument/2006/relationships/image" Target="../media/image188.png"/><Relationship Id="rId28" Type="http://schemas.openxmlformats.org/officeDocument/2006/relationships/image" Target="../media/image193.png"/><Relationship Id="rId10" Type="http://schemas.openxmlformats.org/officeDocument/2006/relationships/image" Target="../media/image145.png"/><Relationship Id="rId19" Type="http://schemas.openxmlformats.org/officeDocument/2006/relationships/image" Target="../media/image161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75.png"/><Relationship Id="rId22" Type="http://schemas.openxmlformats.org/officeDocument/2006/relationships/image" Target="../media/image1870.png"/><Relationship Id="rId27" Type="http://schemas.openxmlformats.org/officeDocument/2006/relationships/image" Target="../media/image19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05.png"/><Relationship Id="rId3" Type="http://schemas.openxmlformats.org/officeDocument/2006/relationships/image" Target="../media/image195.png"/><Relationship Id="rId7" Type="http://schemas.openxmlformats.org/officeDocument/2006/relationships/image" Target="../media/image199.png"/><Relationship Id="rId12" Type="http://schemas.openxmlformats.org/officeDocument/2006/relationships/image" Target="../media/image204.png"/><Relationship Id="rId2" Type="http://schemas.openxmlformats.org/officeDocument/2006/relationships/image" Target="../media/image194.png"/><Relationship Id="rId16" Type="http://schemas.openxmlformats.org/officeDocument/2006/relationships/image" Target="../media/image20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8.png"/><Relationship Id="rId11" Type="http://schemas.openxmlformats.org/officeDocument/2006/relationships/image" Target="../media/image203.png"/><Relationship Id="rId5" Type="http://schemas.openxmlformats.org/officeDocument/2006/relationships/image" Target="../media/image197.png"/><Relationship Id="rId15" Type="http://schemas.openxmlformats.org/officeDocument/2006/relationships/image" Target="../media/image207.png"/><Relationship Id="rId10" Type="http://schemas.openxmlformats.org/officeDocument/2006/relationships/image" Target="../media/image202.png"/><Relationship Id="rId4" Type="http://schemas.openxmlformats.org/officeDocument/2006/relationships/image" Target="../media/image196.png"/><Relationship Id="rId9" Type="http://schemas.openxmlformats.org/officeDocument/2006/relationships/image" Target="../media/image201.png"/><Relationship Id="rId14" Type="http://schemas.openxmlformats.org/officeDocument/2006/relationships/image" Target="../media/image206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image" Target="../media/image212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1.png"/><Relationship Id="rId5" Type="http://schemas.openxmlformats.org/officeDocument/2006/relationships/image" Target="../media/image2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23.png"/><Relationship Id="rId18" Type="http://schemas.openxmlformats.org/officeDocument/2006/relationships/image" Target="../media/image228.png"/><Relationship Id="rId3" Type="http://schemas.openxmlformats.org/officeDocument/2006/relationships/image" Target="../media/image213.png"/><Relationship Id="rId21" Type="http://schemas.openxmlformats.org/officeDocument/2006/relationships/image" Target="../media/image231.png"/><Relationship Id="rId7" Type="http://schemas.openxmlformats.org/officeDocument/2006/relationships/image" Target="../media/image217.png"/><Relationship Id="rId12" Type="http://schemas.openxmlformats.org/officeDocument/2006/relationships/image" Target="../media/image222.png"/><Relationship Id="rId17" Type="http://schemas.openxmlformats.org/officeDocument/2006/relationships/image" Target="../media/image227.png"/><Relationship Id="rId2" Type="http://schemas.openxmlformats.org/officeDocument/2006/relationships/image" Target="../media/image2120.png"/><Relationship Id="rId16" Type="http://schemas.openxmlformats.org/officeDocument/2006/relationships/image" Target="../media/image226.png"/><Relationship Id="rId20" Type="http://schemas.openxmlformats.org/officeDocument/2006/relationships/image" Target="../media/image2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6.png"/><Relationship Id="rId11" Type="http://schemas.openxmlformats.org/officeDocument/2006/relationships/image" Target="../media/image221.png"/><Relationship Id="rId24" Type="http://schemas.openxmlformats.org/officeDocument/2006/relationships/image" Target="../media/image234.png"/><Relationship Id="rId5" Type="http://schemas.openxmlformats.org/officeDocument/2006/relationships/image" Target="../media/image215.png"/><Relationship Id="rId15" Type="http://schemas.openxmlformats.org/officeDocument/2006/relationships/image" Target="../media/image225.png"/><Relationship Id="rId23" Type="http://schemas.openxmlformats.org/officeDocument/2006/relationships/image" Target="../media/image233.png"/><Relationship Id="rId10" Type="http://schemas.openxmlformats.org/officeDocument/2006/relationships/image" Target="../media/image220.png"/><Relationship Id="rId19" Type="http://schemas.openxmlformats.org/officeDocument/2006/relationships/image" Target="../media/image229.png"/><Relationship Id="rId4" Type="http://schemas.openxmlformats.org/officeDocument/2006/relationships/image" Target="../media/image214.png"/><Relationship Id="rId9" Type="http://schemas.openxmlformats.org/officeDocument/2006/relationships/image" Target="../media/image219.png"/><Relationship Id="rId14" Type="http://schemas.openxmlformats.org/officeDocument/2006/relationships/image" Target="../media/image224.png"/><Relationship Id="rId22" Type="http://schemas.openxmlformats.org/officeDocument/2006/relationships/image" Target="../media/image23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236.png"/><Relationship Id="rId7" Type="http://schemas.openxmlformats.org/officeDocument/2006/relationships/image" Target="../media/image240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9.png"/><Relationship Id="rId5" Type="http://schemas.openxmlformats.org/officeDocument/2006/relationships/image" Target="../media/image238.png"/><Relationship Id="rId4" Type="http://schemas.openxmlformats.org/officeDocument/2006/relationships/image" Target="../media/image2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3" Type="http://schemas.openxmlformats.org/officeDocument/2006/relationships/image" Target="../media/image243.png"/><Relationship Id="rId7" Type="http://schemas.openxmlformats.org/officeDocument/2006/relationships/image" Target="../media/image246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5.png"/><Relationship Id="rId5" Type="http://schemas.openxmlformats.org/officeDocument/2006/relationships/image" Target="../media/image238.png"/><Relationship Id="rId4" Type="http://schemas.openxmlformats.org/officeDocument/2006/relationships/image" Target="../media/image2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1.png"/><Relationship Id="rId5" Type="http://schemas.openxmlformats.org/officeDocument/2006/relationships/image" Target="../media/image238.png"/><Relationship Id="rId4" Type="http://schemas.openxmlformats.org/officeDocument/2006/relationships/image" Target="../media/image2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0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4.png"/><Relationship Id="rId4" Type="http://schemas.openxmlformats.org/officeDocument/2006/relationships/image" Target="../media/image2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pn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7.png"/><Relationship Id="rId4" Type="http://schemas.openxmlformats.org/officeDocument/2006/relationships/image" Target="../media/image2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png"/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0.png"/><Relationship Id="rId4" Type="http://schemas.openxmlformats.org/officeDocument/2006/relationships/image" Target="../media/image23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5.png"/><Relationship Id="rId4" Type="http://schemas.openxmlformats.org/officeDocument/2006/relationships/image" Target="../media/image26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png"/><Relationship Id="rId13" Type="http://schemas.openxmlformats.org/officeDocument/2006/relationships/image" Target="../media/image277.png"/><Relationship Id="rId18" Type="http://schemas.openxmlformats.org/officeDocument/2006/relationships/image" Target="../media/image282.png"/><Relationship Id="rId26" Type="http://schemas.openxmlformats.org/officeDocument/2006/relationships/image" Target="../media/image290.png"/><Relationship Id="rId3" Type="http://schemas.openxmlformats.org/officeDocument/2006/relationships/image" Target="../media/image267.png"/><Relationship Id="rId21" Type="http://schemas.openxmlformats.org/officeDocument/2006/relationships/image" Target="../media/image285.png"/><Relationship Id="rId7" Type="http://schemas.openxmlformats.org/officeDocument/2006/relationships/image" Target="../media/image271.png"/><Relationship Id="rId12" Type="http://schemas.openxmlformats.org/officeDocument/2006/relationships/image" Target="../media/image276.png"/><Relationship Id="rId17" Type="http://schemas.openxmlformats.org/officeDocument/2006/relationships/image" Target="../media/image281.png"/><Relationship Id="rId25" Type="http://schemas.openxmlformats.org/officeDocument/2006/relationships/image" Target="../media/image289.png"/><Relationship Id="rId2" Type="http://schemas.openxmlformats.org/officeDocument/2006/relationships/image" Target="../media/image266.png"/><Relationship Id="rId16" Type="http://schemas.openxmlformats.org/officeDocument/2006/relationships/image" Target="../media/image280.png"/><Relationship Id="rId20" Type="http://schemas.openxmlformats.org/officeDocument/2006/relationships/image" Target="../media/image284.png"/><Relationship Id="rId29" Type="http://schemas.openxmlformats.org/officeDocument/2006/relationships/image" Target="../media/image29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0.png"/><Relationship Id="rId11" Type="http://schemas.openxmlformats.org/officeDocument/2006/relationships/image" Target="../media/image275.png"/><Relationship Id="rId24" Type="http://schemas.openxmlformats.org/officeDocument/2006/relationships/image" Target="../media/image288.png"/><Relationship Id="rId5" Type="http://schemas.openxmlformats.org/officeDocument/2006/relationships/image" Target="../media/image269.png"/><Relationship Id="rId15" Type="http://schemas.openxmlformats.org/officeDocument/2006/relationships/image" Target="../media/image279.png"/><Relationship Id="rId23" Type="http://schemas.openxmlformats.org/officeDocument/2006/relationships/image" Target="../media/image287.png"/><Relationship Id="rId28" Type="http://schemas.openxmlformats.org/officeDocument/2006/relationships/image" Target="../media/image292.png"/><Relationship Id="rId10" Type="http://schemas.openxmlformats.org/officeDocument/2006/relationships/image" Target="../media/image274.png"/><Relationship Id="rId19" Type="http://schemas.openxmlformats.org/officeDocument/2006/relationships/image" Target="../media/image283.png"/><Relationship Id="rId4" Type="http://schemas.openxmlformats.org/officeDocument/2006/relationships/image" Target="../media/image268.png"/><Relationship Id="rId9" Type="http://schemas.openxmlformats.org/officeDocument/2006/relationships/image" Target="../media/image273.png"/><Relationship Id="rId14" Type="http://schemas.openxmlformats.org/officeDocument/2006/relationships/image" Target="../media/image278.png"/><Relationship Id="rId22" Type="http://schemas.openxmlformats.org/officeDocument/2006/relationships/image" Target="../media/image286.png"/><Relationship Id="rId27" Type="http://schemas.openxmlformats.org/officeDocument/2006/relationships/image" Target="../media/image291.png"/><Relationship Id="rId30" Type="http://schemas.openxmlformats.org/officeDocument/2006/relationships/image" Target="../media/image29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png"/><Relationship Id="rId13" Type="http://schemas.openxmlformats.org/officeDocument/2006/relationships/image" Target="../media/image300.png"/><Relationship Id="rId18" Type="http://schemas.openxmlformats.org/officeDocument/2006/relationships/image" Target="../media/image2830.png"/><Relationship Id="rId26" Type="http://schemas.openxmlformats.org/officeDocument/2006/relationships/image" Target="../media/image309.png"/><Relationship Id="rId3" Type="http://schemas.openxmlformats.org/officeDocument/2006/relationships/image" Target="../media/image2680.png"/><Relationship Id="rId21" Type="http://schemas.openxmlformats.org/officeDocument/2006/relationships/image" Target="../media/image304.png"/><Relationship Id="rId7" Type="http://schemas.openxmlformats.org/officeDocument/2006/relationships/image" Target="../media/image2720.png"/><Relationship Id="rId12" Type="http://schemas.openxmlformats.org/officeDocument/2006/relationships/image" Target="../media/image299.png"/><Relationship Id="rId17" Type="http://schemas.openxmlformats.org/officeDocument/2006/relationships/image" Target="../media/image2820.png"/><Relationship Id="rId25" Type="http://schemas.openxmlformats.org/officeDocument/2006/relationships/image" Target="../media/image308.png"/><Relationship Id="rId2" Type="http://schemas.openxmlformats.org/officeDocument/2006/relationships/image" Target="../media/image2670.png"/><Relationship Id="rId16" Type="http://schemas.openxmlformats.org/officeDocument/2006/relationships/image" Target="../media/image2810.png"/><Relationship Id="rId20" Type="http://schemas.openxmlformats.org/officeDocument/2006/relationships/image" Target="../media/image30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10.png"/><Relationship Id="rId11" Type="http://schemas.openxmlformats.org/officeDocument/2006/relationships/image" Target="../media/image298.png"/><Relationship Id="rId24" Type="http://schemas.openxmlformats.org/officeDocument/2006/relationships/image" Target="../media/image307.png"/><Relationship Id="rId5" Type="http://schemas.openxmlformats.org/officeDocument/2006/relationships/image" Target="../media/image2700.png"/><Relationship Id="rId15" Type="http://schemas.openxmlformats.org/officeDocument/2006/relationships/image" Target="../media/image302.png"/><Relationship Id="rId23" Type="http://schemas.openxmlformats.org/officeDocument/2006/relationships/image" Target="../media/image306.png"/><Relationship Id="rId10" Type="http://schemas.openxmlformats.org/officeDocument/2006/relationships/image" Target="../media/image297.png"/><Relationship Id="rId19" Type="http://schemas.openxmlformats.org/officeDocument/2006/relationships/image" Target="../media/image2840.png"/><Relationship Id="rId4" Type="http://schemas.openxmlformats.org/officeDocument/2006/relationships/image" Target="../media/image2690.png"/><Relationship Id="rId9" Type="http://schemas.openxmlformats.org/officeDocument/2006/relationships/image" Target="../media/image296.png"/><Relationship Id="rId14" Type="http://schemas.openxmlformats.org/officeDocument/2006/relationships/image" Target="../media/image301.png"/><Relationship Id="rId22" Type="http://schemas.openxmlformats.org/officeDocument/2006/relationships/image" Target="../media/image305.png"/><Relationship Id="rId27" Type="http://schemas.openxmlformats.org/officeDocument/2006/relationships/image" Target="../media/image31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png"/><Relationship Id="rId13" Type="http://schemas.openxmlformats.org/officeDocument/2006/relationships/image" Target="../media/image300.png"/><Relationship Id="rId18" Type="http://schemas.openxmlformats.org/officeDocument/2006/relationships/image" Target="../media/image2830.png"/><Relationship Id="rId26" Type="http://schemas.openxmlformats.org/officeDocument/2006/relationships/image" Target="../media/image313.png"/><Relationship Id="rId3" Type="http://schemas.openxmlformats.org/officeDocument/2006/relationships/image" Target="../media/image2680.png"/><Relationship Id="rId21" Type="http://schemas.openxmlformats.org/officeDocument/2006/relationships/image" Target="../media/image304.png"/><Relationship Id="rId7" Type="http://schemas.openxmlformats.org/officeDocument/2006/relationships/image" Target="../media/image2720.png"/><Relationship Id="rId12" Type="http://schemas.openxmlformats.org/officeDocument/2006/relationships/image" Target="../media/image299.png"/><Relationship Id="rId17" Type="http://schemas.openxmlformats.org/officeDocument/2006/relationships/image" Target="../media/image2820.png"/><Relationship Id="rId25" Type="http://schemas.openxmlformats.org/officeDocument/2006/relationships/image" Target="../media/image312.png"/><Relationship Id="rId2" Type="http://schemas.openxmlformats.org/officeDocument/2006/relationships/image" Target="../media/image2670.png"/><Relationship Id="rId16" Type="http://schemas.openxmlformats.org/officeDocument/2006/relationships/image" Target="../media/image2810.png"/><Relationship Id="rId20" Type="http://schemas.openxmlformats.org/officeDocument/2006/relationships/image" Target="../media/image30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10.png"/><Relationship Id="rId11" Type="http://schemas.openxmlformats.org/officeDocument/2006/relationships/image" Target="../media/image298.png"/><Relationship Id="rId24" Type="http://schemas.openxmlformats.org/officeDocument/2006/relationships/image" Target="../media/image311.png"/><Relationship Id="rId5" Type="http://schemas.openxmlformats.org/officeDocument/2006/relationships/image" Target="../media/image2700.png"/><Relationship Id="rId15" Type="http://schemas.openxmlformats.org/officeDocument/2006/relationships/image" Target="../media/image302.png"/><Relationship Id="rId23" Type="http://schemas.openxmlformats.org/officeDocument/2006/relationships/image" Target="../media/image306.png"/><Relationship Id="rId10" Type="http://schemas.openxmlformats.org/officeDocument/2006/relationships/image" Target="../media/image297.png"/><Relationship Id="rId19" Type="http://schemas.openxmlformats.org/officeDocument/2006/relationships/image" Target="../media/image2840.png"/><Relationship Id="rId4" Type="http://schemas.openxmlformats.org/officeDocument/2006/relationships/image" Target="../media/image2690.png"/><Relationship Id="rId9" Type="http://schemas.openxmlformats.org/officeDocument/2006/relationships/image" Target="../media/image296.png"/><Relationship Id="rId14" Type="http://schemas.openxmlformats.org/officeDocument/2006/relationships/image" Target="../media/image301.png"/><Relationship Id="rId22" Type="http://schemas.openxmlformats.org/officeDocument/2006/relationships/image" Target="../media/image30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png"/><Relationship Id="rId2" Type="http://schemas.openxmlformats.org/officeDocument/2006/relationships/image" Target="../media/image3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png"/><Relationship Id="rId3" Type="http://schemas.openxmlformats.org/officeDocument/2006/relationships/image" Target="../media/image318.png"/><Relationship Id="rId7" Type="http://schemas.openxmlformats.org/officeDocument/2006/relationships/image" Target="../media/image322.png"/><Relationship Id="rId2" Type="http://schemas.openxmlformats.org/officeDocument/2006/relationships/image" Target="../media/image3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1.png"/><Relationship Id="rId5" Type="http://schemas.openxmlformats.org/officeDocument/2006/relationships/image" Target="../media/image320.png"/><Relationship Id="rId4" Type="http://schemas.openxmlformats.org/officeDocument/2006/relationships/image" Target="../media/image31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71.png"/><Relationship Id="rId18" Type="http://schemas.openxmlformats.org/officeDocument/2006/relationships/image" Target="../media/image160.png"/><Relationship Id="rId26" Type="http://schemas.openxmlformats.org/officeDocument/2006/relationships/image" Target="../media/image1960.png"/><Relationship Id="rId3" Type="http://schemas.openxmlformats.org/officeDocument/2006/relationships/image" Target="../media/image138.png"/><Relationship Id="rId21" Type="http://schemas.openxmlformats.org/officeDocument/2006/relationships/image" Target="../media/image183.png"/><Relationship Id="rId7" Type="http://schemas.openxmlformats.org/officeDocument/2006/relationships/image" Target="../media/image142.png"/><Relationship Id="rId12" Type="http://schemas.openxmlformats.org/officeDocument/2006/relationships/image" Target="../media/image170.png"/><Relationship Id="rId17" Type="http://schemas.openxmlformats.org/officeDocument/2006/relationships/image" Target="../media/image159.png"/><Relationship Id="rId25" Type="http://schemas.openxmlformats.org/officeDocument/2006/relationships/image" Target="../media/image2900.png"/><Relationship Id="rId2" Type="http://schemas.openxmlformats.org/officeDocument/2006/relationships/image" Target="../media/image137.png"/><Relationship Id="rId16" Type="http://schemas.openxmlformats.org/officeDocument/2006/relationships/image" Target="../media/image158.png"/><Relationship Id="rId20" Type="http://schemas.openxmlformats.org/officeDocument/2006/relationships/image" Target="../media/image182.png"/><Relationship Id="rId29" Type="http://schemas.openxmlformats.org/officeDocument/2006/relationships/image" Target="../media/image32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324.png"/><Relationship Id="rId32" Type="http://schemas.openxmlformats.org/officeDocument/2006/relationships/image" Target="../media/image326.png"/><Relationship Id="rId5" Type="http://schemas.openxmlformats.org/officeDocument/2006/relationships/image" Target="../media/image140.png"/><Relationship Id="rId15" Type="http://schemas.openxmlformats.org/officeDocument/2006/relationships/image" Target="../media/image176.png"/><Relationship Id="rId23" Type="http://schemas.openxmlformats.org/officeDocument/2006/relationships/image" Target="../media/image188.png"/><Relationship Id="rId28" Type="http://schemas.openxmlformats.org/officeDocument/2006/relationships/image" Target="../media/image2910.png"/><Relationship Id="rId10" Type="http://schemas.openxmlformats.org/officeDocument/2006/relationships/image" Target="../media/image145.png"/><Relationship Id="rId19" Type="http://schemas.openxmlformats.org/officeDocument/2006/relationships/image" Target="../media/image161.png"/><Relationship Id="rId31" Type="http://schemas.openxmlformats.org/officeDocument/2006/relationships/image" Target="../media/image2940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75.png"/><Relationship Id="rId22" Type="http://schemas.openxmlformats.org/officeDocument/2006/relationships/image" Target="../media/image1870.png"/><Relationship Id="rId27" Type="http://schemas.openxmlformats.org/officeDocument/2006/relationships/image" Target="../media/image1970.png"/><Relationship Id="rId30" Type="http://schemas.openxmlformats.org/officeDocument/2006/relationships/image" Target="../media/image32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71.png"/><Relationship Id="rId18" Type="http://schemas.openxmlformats.org/officeDocument/2006/relationships/image" Target="../media/image160.png"/><Relationship Id="rId26" Type="http://schemas.openxmlformats.org/officeDocument/2006/relationships/image" Target="../media/image191.png"/><Relationship Id="rId3" Type="http://schemas.openxmlformats.org/officeDocument/2006/relationships/image" Target="../media/image138.png"/><Relationship Id="rId21" Type="http://schemas.openxmlformats.org/officeDocument/2006/relationships/image" Target="../media/image183.png"/><Relationship Id="rId34" Type="http://schemas.openxmlformats.org/officeDocument/2006/relationships/image" Target="../media/image2070.png"/><Relationship Id="rId7" Type="http://schemas.openxmlformats.org/officeDocument/2006/relationships/image" Target="../media/image142.png"/><Relationship Id="rId12" Type="http://schemas.openxmlformats.org/officeDocument/2006/relationships/image" Target="../media/image170.png"/><Relationship Id="rId17" Type="http://schemas.openxmlformats.org/officeDocument/2006/relationships/image" Target="../media/image159.png"/><Relationship Id="rId25" Type="http://schemas.openxmlformats.org/officeDocument/2006/relationships/image" Target="../media/image328.png"/><Relationship Id="rId33" Type="http://schemas.openxmlformats.org/officeDocument/2006/relationships/image" Target="../media/image2060.png"/><Relationship Id="rId2" Type="http://schemas.openxmlformats.org/officeDocument/2006/relationships/image" Target="../media/image137.png"/><Relationship Id="rId16" Type="http://schemas.openxmlformats.org/officeDocument/2006/relationships/image" Target="../media/image158.png"/><Relationship Id="rId20" Type="http://schemas.openxmlformats.org/officeDocument/2006/relationships/image" Target="../media/image182.png"/><Relationship Id="rId29" Type="http://schemas.openxmlformats.org/officeDocument/2006/relationships/image" Target="../media/image32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327.png"/><Relationship Id="rId32" Type="http://schemas.openxmlformats.org/officeDocument/2006/relationships/image" Target="../media/image2050.png"/><Relationship Id="rId37" Type="http://schemas.openxmlformats.org/officeDocument/2006/relationships/image" Target="../media/image330.png"/><Relationship Id="rId5" Type="http://schemas.openxmlformats.org/officeDocument/2006/relationships/image" Target="../media/image140.png"/><Relationship Id="rId15" Type="http://schemas.openxmlformats.org/officeDocument/2006/relationships/image" Target="../media/image176.png"/><Relationship Id="rId23" Type="http://schemas.openxmlformats.org/officeDocument/2006/relationships/image" Target="../media/image188.png"/><Relationship Id="rId28" Type="http://schemas.openxmlformats.org/officeDocument/2006/relationships/image" Target="../media/image2910.png"/><Relationship Id="rId36" Type="http://schemas.openxmlformats.org/officeDocument/2006/relationships/image" Target="../media/image329.png"/><Relationship Id="rId10" Type="http://schemas.openxmlformats.org/officeDocument/2006/relationships/image" Target="../media/image145.png"/><Relationship Id="rId19" Type="http://schemas.openxmlformats.org/officeDocument/2006/relationships/image" Target="../media/image161.png"/><Relationship Id="rId31" Type="http://schemas.openxmlformats.org/officeDocument/2006/relationships/image" Target="../media/image2040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75.png"/><Relationship Id="rId22" Type="http://schemas.openxmlformats.org/officeDocument/2006/relationships/image" Target="../media/image1870.png"/><Relationship Id="rId27" Type="http://schemas.openxmlformats.org/officeDocument/2006/relationships/image" Target="../media/image192.png"/><Relationship Id="rId30" Type="http://schemas.openxmlformats.org/officeDocument/2006/relationships/image" Target="../media/image2030.png"/><Relationship Id="rId35" Type="http://schemas.openxmlformats.org/officeDocument/2006/relationships/image" Target="../media/image208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71.png"/><Relationship Id="rId18" Type="http://schemas.openxmlformats.org/officeDocument/2006/relationships/image" Target="../media/image160.png"/><Relationship Id="rId26" Type="http://schemas.openxmlformats.org/officeDocument/2006/relationships/image" Target="../media/image191.png"/><Relationship Id="rId3" Type="http://schemas.openxmlformats.org/officeDocument/2006/relationships/image" Target="../media/image138.png"/><Relationship Id="rId21" Type="http://schemas.openxmlformats.org/officeDocument/2006/relationships/image" Target="../media/image183.png"/><Relationship Id="rId34" Type="http://schemas.openxmlformats.org/officeDocument/2006/relationships/image" Target="../media/image2070.png"/><Relationship Id="rId7" Type="http://schemas.openxmlformats.org/officeDocument/2006/relationships/image" Target="../media/image142.png"/><Relationship Id="rId12" Type="http://schemas.openxmlformats.org/officeDocument/2006/relationships/image" Target="../media/image170.png"/><Relationship Id="rId17" Type="http://schemas.openxmlformats.org/officeDocument/2006/relationships/image" Target="../media/image159.png"/><Relationship Id="rId25" Type="http://schemas.openxmlformats.org/officeDocument/2006/relationships/image" Target="../media/image332.png"/><Relationship Id="rId33" Type="http://schemas.openxmlformats.org/officeDocument/2006/relationships/image" Target="../media/image2060.png"/><Relationship Id="rId2" Type="http://schemas.openxmlformats.org/officeDocument/2006/relationships/image" Target="../media/image137.png"/><Relationship Id="rId16" Type="http://schemas.openxmlformats.org/officeDocument/2006/relationships/image" Target="../media/image158.png"/><Relationship Id="rId20" Type="http://schemas.openxmlformats.org/officeDocument/2006/relationships/image" Target="../media/image182.png"/><Relationship Id="rId29" Type="http://schemas.openxmlformats.org/officeDocument/2006/relationships/image" Target="../media/image3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331.png"/><Relationship Id="rId32" Type="http://schemas.openxmlformats.org/officeDocument/2006/relationships/image" Target="../media/image2050.png"/><Relationship Id="rId5" Type="http://schemas.openxmlformats.org/officeDocument/2006/relationships/image" Target="../media/image140.png"/><Relationship Id="rId15" Type="http://schemas.openxmlformats.org/officeDocument/2006/relationships/image" Target="../media/image176.png"/><Relationship Id="rId23" Type="http://schemas.openxmlformats.org/officeDocument/2006/relationships/image" Target="../media/image188.png"/><Relationship Id="rId28" Type="http://schemas.openxmlformats.org/officeDocument/2006/relationships/image" Target="../media/image333.png"/><Relationship Id="rId36" Type="http://schemas.openxmlformats.org/officeDocument/2006/relationships/image" Target="../media/image2970.png"/><Relationship Id="rId10" Type="http://schemas.openxmlformats.org/officeDocument/2006/relationships/image" Target="../media/image145.png"/><Relationship Id="rId19" Type="http://schemas.openxmlformats.org/officeDocument/2006/relationships/image" Target="../media/image161.png"/><Relationship Id="rId31" Type="http://schemas.openxmlformats.org/officeDocument/2006/relationships/image" Target="../media/image2040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75.png"/><Relationship Id="rId22" Type="http://schemas.openxmlformats.org/officeDocument/2006/relationships/image" Target="../media/image1870.png"/><Relationship Id="rId27" Type="http://schemas.openxmlformats.org/officeDocument/2006/relationships/image" Target="../media/image192.png"/><Relationship Id="rId30" Type="http://schemas.openxmlformats.org/officeDocument/2006/relationships/image" Target="../media/image2030.png"/><Relationship Id="rId35" Type="http://schemas.openxmlformats.org/officeDocument/2006/relationships/image" Target="../media/image208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71.png"/><Relationship Id="rId18" Type="http://schemas.openxmlformats.org/officeDocument/2006/relationships/image" Target="../media/image160.png"/><Relationship Id="rId26" Type="http://schemas.openxmlformats.org/officeDocument/2006/relationships/image" Target="../media/image1960.png"/><Relationship Id="rId3" Type="http://schemas.openxmlformats.org/officeDocument/2006/relationships/image" Target="../media/image138.png"/><Relationship Id="rId21" Type="http://schemas.openxmlformats.org/officeDocument/2006/relationships/image" Target="../media/image183.png"/><Relationship Id="rId34" Type="http://schemas.openxmlformats.org/officeDocument/2006/relationships/image" Target="../media/image341.png"/><Relationship Id="rId7" Type="http://schemas.openxmlformats.org/officeDocument/2006/relationships/image" Target="../media/image142.png"/><Relationship Id="rId12" Type="http://schemas.openxmlformats.org/officeDocument/2006/relationships/image" Target="../media/image170.png"/><Relationship Id="rId17" Type="http://schemas.openxmlformats.org/officeDocument/2006/relationships/image" Target="../media/image159.png"/><Relationship Id="rId25" Type="http://schemas.openxmlformats.org/officeDocument/2006/relationships/image" Target="../media/image336.png"/><Relationship Id="rId33" Type="http://schemas.openxmlformats.org/officeDocument/2006/relationships/image" Target="../media/image340.png"/><Relationship Id="rId2" Type="http://schemas.openxmlformats.org/officeDocument/2006/relationships/image" Target="../media/image137.png"/><Relationship Id="rId16" Type="http://schemas.openxmlformats.org/officeDocument/2006/relationships/image" Target="../media/image158.png"/><Relationship Id="rId20" Type="http://schemas.openxmlformats.org/officeDocument/2006/relationships/image" Target="../media/image182.png"/><Relationship Id="rId29" Type="http://schemas.openxmlformats.org/officeDocument/2006/relationships/image" Target="../media/image32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335.png"/><Relationship Id="rId32" Type="http://schemas.openxmlformats.org/officeDocument/2006/relationships/image" Target="../media/image339.png"/><Relationship Id="rId5" Type="http://schemas.openxmlformats.org/officeDocument/2006/relationships/image" Target="../media/image140.png"/><Relationship Id="rId15" Type="http://schemas.openxmlformats.org/officeDocument/2006/relationships/image" Target="../media/image176.png"/><Relationship Id="rId23" Type="http://schemas.openxmlformats.org/officeDocument/2006/relationships/image" Target="../media/image188.png"/><Relationship Id="rId28" Type="http://schemas.openxmlformats.org/officeDocument/2006/relationships/image" Target="../media/image2910.png"/><Relationship Id="rId10" Type="http://schemas.openxmlformats.org/officeDocument/2006/relationships/image" Target="../media/image145.png"/><Relationship Id="rId19" Type="http://schemas.openxmlformats.org/officeDocument/2006/relationships/image" Target="../media/image161.png"/><Relationship Id="rId31" Type="http://schemas.openxmlformats.org/officeDocument/2006/relationships/image" Target="../media/image338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75.png"/><Relationship Id="rId22" Type="http://schemas.openxmlformats.org/officeDocument/2006/relationships/image" Target="../media/image1870.png"/><Relationship Id="rId27" Type="http://schemas.openxmlformats.org/officeDocument/2006/relationships/image" Target="../media/image1970.png"/><Relationship Id="rId30" Type="http://schemas.openxmlformats.org/officeDocument/2006/relationships/image" Target="../media/image3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Mj-3S1tku0" TargetMode="External"/><Relationship Id="rId2" Type="http://schemas.openxmlformats.org/officeDocument/2006/relationships/hyperlink" Target="https://www.youtube.com/watch?v=ibJpTrp5mcE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hat.openai.com/chat" TargetMode="External"/><Relationship Id="rId4" Type="http://schemas.openxmlformats.org/officeDocument/2006/relationships/hyperlink" Target="https://www.youtube.com/watch?v=YOlOLxrMUOw&amp;t=563s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23.png"/><Relationship Id="rId18" Type="http://schemas.openxmlformats.org/officeDocument/2006/relationships/image" Target="../media/image2980.png"/><Relationship Id="rId3" Type="http://schemas.openxmlformats.org/officeDocument/2006/relationships/image" Target="../media/image213.png"/><Relationship Id="rId21" Type="http://schemas.openxmlformats.org/officeDocument/2006/relationships/image" Target="../media/image231.png"/><Relationship Id="rId7" Type="http://schemas.openxmlformats.org/officeDocument/2006/relationships/image" Target="../media/image217.png"/><Relationship Id="rId12" Type="http://schemas.openxmlformats.org/officeDocument/2006/relationships/image" Target="../media/image222.png"/><Relationship Id="rId17" Type="http://schemas.openxmlformats.org/officeDocument/2006/relationships/image" Target="../media/image227.png"/><Relationship Id="rId2" Type="http://schemas.openxmlformats.org/officeDocument/2006/relationships/image" Target="../media/image2120.png"/><Relationship Id="rId16" Type="http://schemas.openxmlformats.org/officeDocument/2006/relationships/image" Target="../media/image226.png"/><Relationship Id="rId20" Type="http://schemas.openxmlformats.org/officeDocument/2006/relationships/image" Target="../media/image2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6.png"/><Relationship Id="rId11" Type="http://schemas.openxmlformats.org/officeDocument/2006/relationships/image" Target="../media/image221.png"/><Relationship Id="rId5" Type="http://schemas.openxmlformats.org/officeDocument/2006/relationships/image" Target="../media/image215.png"/><Relationship Id="rId15" Type="http://schemas.openxmlformats.org/officeDocument/2006/relationships/image" Target="../media/image225.png"/><Relationship Id="rId23" Type="http://schemas.openxmlformats.org/officeDocument/2006/relationships/image" Target="../media/image233.png"/><Relationship Id="rId10" Type="http://schemas.openxmlformats.org/officeDocument/2006/relationships/image" Target="../media/image220.png"/><Relationship Id="rId19" Type="http://schemas.openxmlformats.org/officeDocument/2006/relationships/image" Target="../media/image2990.png"/><Relationship Id="rId4" Type="http://schemas.openxmlformats.org/officeDocument/2006/relationships/image" Target="../media/image214.png"/><Relationship Id="rId9" Type="http://schemas.openxmlformats.org/officeDocument/2006/relationships/image" Target="../media/image219.png"/><Relationship Id="rId14" Type="http://schemas.openxmlformats.org/officeDocument/2006/relationships/image" Target="../media/image224.png"/><Relationship Id="rId22" Type="http://schemas.openxmlformats.org/officeDocument/2006/relationships/image" Target="../media/image23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0.png"/><Relationship Id="rId13" Type="http://schemas.openxmlformats.org/officeDocument/2006/relationships/image" Target="../media/image3110.png"/><Relationship Id="rId18" Type="http://schemas.openxmlformats.org/officeDocument/2006/relationships/image" Target="../media/image3160.png"/><Relationship Id="rId26" Type="http://schemas.openxmlformats.org/officeDocument/2006/relationships/image" Target="../media/image3311.png"/><Relationship Id="rId3" Type="http://schemas.openxmlformats.org/officeDocument/2006/relationships/image" Target="../media/image3010.png"/><Relationship Id="rId21" Type="http://schemas.openxmlformats.org/officeDocument/2006/relationships/image" Target="../media/image3190.png"/><Relationship Id="rId7" Type="http://schemas.openxmlformats.org/officeDocument/2006/relationships/image" Target="../media/image3281.png"/><Relationship Id="rId12" Type="http://schemas.openxmlformats.org/officeDocument/2006/relationships/image" Target="../media/image3100.png"/><Relationship Id="rId17" Type="http://schemas.openxmlformats.org/officeDocument/2006/relationships/image" Target="../media/image3150.png"/><Relationship Id="rId25" Type="http://schemas.openxmlformats.org/officeDocument/2006/relationships/image" Target="../media/image3301.png"/><Relationship Id="rId2" Type="http://schemas.openxmlformats.org/officeDocument/2006/relationships/image" Target="../media/image3000.png"/><Relationship Id="rId16" Type="http://schemas.openxmlformats.org/officeDocument/2006/relationships/image" Target="../media/image3140.png"/><Relationship Id="rId20" Type="http://schemas.openxmlformats.org/officeDocument/2006/relationships/image" Target="../media/image318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71.png"/><Relationship Id="rId11" Type="http://schemas.openxmlformats.org/officeDocument/2006/relationships/image" Target="../media/image3090.png"/><Relationship Id="rId24" Type="http://schemas.openxmlformats.org/officeDocument/2006/relationships/image" Target="../media/image3291.png"/><Relationship Id="rId5" Type="http://schemas.openxmlformats.org/officeDocument/2006/relationships/image" Target="../media/image3261.png"/><Relationship Id="rId15" Type="http://schemas.openxmlformats.org/officeDocument/2006/relationships/image" Target="../media/image3130.png"/><Relationship Id="rId23" Type="http://schemas.openxmlformats.org/officeDocument/2006/relationships/image" Target="../media/image3210.png"/><Relationship Id="rId10" Type="http://schemas.openxmlformats.org/officeDocument/2006/relationships/image" Target="../media/image3080.png"/><Relationship Id="rId19" Type="http://schemas.openxmlformats.org/officeDocument/2006/relationships/image" Target="../media/image3170.png"/><Relationship Id="rId4" Type="http://schemas.openxmlformats.org/officeDocument/2006/relationships/image" Target="../media/image3251.png"/><Relationship Id="rId9" Type="http://schemas.openxmlformats.org/officeDocument/2006/relationships/image" Target="../media/image3070.png"/><Relationship Id="rId14" Type="http://schemas.openxmlformats.org/officeDocument/2006/relationships/image" Target="../media/image3120.png"/><Relationship Id="rId22" Type="http://schemas.openxmlformats.org/officeDocument/2006/relationships/image" Target="../media/image3200.png"/><Relationship Id="rId27" Type="http://schemas.openxmlformats.org/officeDocument/2006/relationships/image" Target="../media/image332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0.png"/><Relationship Id="rId13" Type="http://schemas.openxmlformats.org/officeDocument/2006/relationships/image" Target="../media/image3270.png"/><Relationship Id="rId18" Type="http://schemas.openxmlformats.org/officeDocument/2006/relationships/image" Target="../media/image3310.png"/><Relationship Id="rId26" Type="http://schemas.openxmlformats.org/officeDocument/2006/relationships/image" Target="../media/image3380.png"/><Relationship Id="rId3" Type="http://schemas.openxmlformats.org/officeDocument/2006/relationships/image" Target="../media/image2680.png"/><Relationship Id="rId21" Type="http://schemas.openxmlformats.org/officeDocument/2006/relationships/image" Target="../media/image3330.png"/><Relationship Id="rId7" Type="http://schemas.openxmlformats.org/officeDocument/2006/relationships/image" Target="../media/image3250.png"/><Relationship Id="rId12" Type="http://schemas.openxmlformats.org/officeDocument/2006/relationships/image" Target="../media/image3260.png"/><Relationship Id="rId17" Type="http://schemas.openxmlformats.org/officeDocument/2006/relationships/image" Target="../media/image3300.png"/><Relationship Id="rId25" Type="http://schemas.openxmlformats.org/officeDocument/2006/relationships/image" Target="../media/image3370.png"/><Relationship Id="rId2" Type="http://schemas.openxmlformats.org/officeDocument/2006/relationships/image" Target="../media/image2670.png"/><Relationship Id="rId16" Type="http://schemas.openxmlformats.org/officeDocument/2006/relationships/image" Target="../media/image3290.png"/><Relationship Id="rId20" Type="http://schemas.openxmlformats.org/officeDocument/2006/relationships/image" Target="../media/image2850.png"/><Relationship Id="rId29" Type="http://schemas.openxmlformats.org/officeDocument/2006/relationships/image" Target="../media/image34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40.png"/><Relationship Id="rId11" Type="http://schemas.openxmlformats.org/officeDocument/2006/relationships/image" Target="../media/image2760.png"/><Relationship Id="rId24" Type="http://schemas.openxmlformats.org/officeDocument/2006/relationships/image" Target="../media/image3360.png"/><Relationship Id="rId32" Type="http://schemas.openxmlformats.org/officeDocument/2006/relationships/image" Target="../media/image344.png"/><Relationship Id="rId5" Type="http://schemas.openxmlformats.org/officeDocument/2006/relationships/image" Target="../media/image3230.png"/><Relationship Id="rId15" Type="http://schemas.openxmlformats.org/officeDocument/2006/relationships/image" Target="../media/image3280.png"/><Relationship Id="rId23" Type="http://schemas.openxmlformats.org/officeDocument/2006/relationships/image" Target="../media/image3350.png"/><Relationship Id="rId28" Type="http://schemas.openxmlformats.org/officeDocument/2006/relationships/image" Target="../media/image3400.png"/><Relationship Id="rId10" Type="http://schemas.openxmlformats.org/officeDocument/2006/relationships/image" Target="../media/image2750.png"/><Relationship Id="rId19" Type="http://schemas.openxmlformats.org/officeDocument/2006/relationships/image" Target="../media/image3320.png"/><Relationship Id="rId31" Type="http://schemas.openxmlformats.org/officeDocument/2006/relationships/image" Target="../media/image343.png"/><Relationship Id="rId4" Type="http://schemas.openxmlformats.org/officeDocument/2006/relationships/image" Target="../media/image3220.png"/><Relationship Id="rId9" Type="http://schemas.openxmlformats.org/officeDocument/2006/relationships/image" Target="../media/image2740.png"/><Relationship Id="rId14" Type="http://schemas.openxmlformats.org/officeDocument/2006/relationships/image" Target="../media/image2790.png"/><Relationship Id="rId22" Type="http://schemas.openxmlformats.org/officeDocument/2006/relationships/image" Target="../media/image3340.png"/><Relationship Id="rId27" Type="http://schemas.openxmlformats.org/officeDocument/2006/relationships/image" Target="../media/image3390.png"/><Relationship Id="rId30" Type="http://schemas.openxmlformats.org/officeDocument/2006/relationships/image" Target="../media/image3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2037977"/>
            <a:ext cx="9144000" cy="2387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Back</a:t>
            </a:r>
            <a:r>
              <a:rPr lang="en-US" altLang="zh-TW" sz="4800" dirty="0"/>
              <a:t>propagation</a:t>
            </a:r>
            <a:br>
              <a:rPr lang="en-US" altLang="zh-TW" sz="4800" dirty="0"/>
            </a:br>
            <a:r>
              <a:rPr lang="zh-TW" altLang="en-US" sz="4800" dirty="0"/>
              <a:t>倒傳遞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73A58B0-A1E3-42E8-AC8C-95E524E78D0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4400" dirty="0"/>
              <a:t>什麼是</a:t>
            </a:r>
            <a:r>
              <a:rPr lang="en-US" altLang="zh-TW" sz="4400" dirty="0"/>
              <a:t>Back propagation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DF6E769-028A-4C34-A3CA-8EBDDB37A3AD}"/>
              </a:ext>
            </a:extLst>
          </p:cNvPr>
          <p:cNvSpPr txBox="1"/>
          <p:nvPr/>
        </p:nvSpPr>
        <p:spPr>
          <a:xfrm>
            <a:off x="633554" y="1217693"/>
            <a:ext cx="6271910" cy="21209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更新權重的技巧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Chain Rule(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鏈鎖律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達成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dirty="0"/>
              <a:t>1970</a:t>
            </a:r>
            <a:r>
              <a:rPr lang="zh-TW" altLang="en-US" dirty="0"/>
              <a:t>年</a:t>
            </a:r>
            <a:r>
              <a:rPr lang="en-US" altLang="zh-TW" dirty="0"/>
              <a:t>Seppo </a:t>
            </a:r>
            <a:r>
              <a:rPr lang="en-US" altLang="zh-TW" dirty="0" err="1"/>
              <a:t>Linnainmaa</a:t>
            </a:r>
            <a:r>
              <a:rPr lang="zh-TW" altLang="en-US" dirty="0"/>
              <a:t> 發表</a:t>
            </a:r>
            <a:r>
              <a:rPr lang="zh-TW" altLang="en-US" dirty="0">
                <a:solidFill>
                  <a:srgbClr val="0000FF"/>
                </a:solidFill>
              </a:rPr>
              <a:t>反向傳播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dirty="0"/>
              <a:t>1974 </a:t>
            </a:r>
            <a:r>
              <a:rPr lang="zh-TW" altLang="en-US" dirty="0"/>
              <a:t>年</a:t>
            </a:r>
            <a:r>
              <a:rPr lang="en-US" altLang="zh-TW" dirty="0"/>
              <a:t>Paul J. </a:t>
            </a:r>
            <a:r>
              <a:rPr lang="en-US" altLang="zh-TW" dirty="0" err="1"/>
              <a:t>Werbos</a:t>
            </a:r>
            <a:r>
              <a:rPr lang="zh-TW" altLang="en-US" dirty="0"/>
              <a:t> 將反向傳播用在</a:t>
            </a:r>
            <a:r>
              <a:rPr lang="zh-TW" altLang="en-US" dirty="0">
                <a:solidFill>
                  <a:srgbClr val="0000FF"/>
                </a:solidFill>
              </a:rPr>
              <a:t>神經網路</a:t>
            </a:r>
            <a:r>
              <a:rPr lang="zh-TW" altLang="en-US" dirty="0"/>
              <a:t>訓練</a:t>
            </a:r>
            <a:endParaRPr lang="en-US" altLang="zh-TW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dirty="0"/>
              <a:t>1985 </a:t>
            </a:r>
            <a:r>
              <a:rPr lang="zh-TW" altLang="en-US" dirty="0"/>
              <a:t>年</a:t>
            </a:r>
            <a:r>
              <a:rPr lang="en-US" altLang="zh-TW" dirty="0"/>
              <a:t>Geoffrey Hinton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rgbClr val="0000FF"/>
                </a:solidFill>
              </a:rPr>
              <a:t>推廣</a:t>
            </a:r>
            <a:r>
              <a:rPr lang="zh-TW" altLang="en-US" dirty="0"/>
              <a:t>並</a:t>
            </a:r>
            <a:r>
              <a:rPr lang="zh-TW" altLang="en-US" dirty="0">
                <a:solidFill>
                  <a:srgbClr val="0000FF"/>
                </a:solidFill>
              </a:rPr>
              <a:t>證明</a:t>
            </a:r>
            <a:r>
              <a:rPr lang="zh-TW" altLang="en-US" dirty="0"/>
              <a:t>倒傳遞可以學習特徵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Picture 4" descr="Geoff Hinton – Yuzuha Oka">
            <a:extLst>
              <a:ext uri="{FF2B5EF4-FFF2-40B4-BE49-F238E27FC236}">
                <a16:creationId xmlns:a16="http://schemas.microsoft.com/office/drawing/2014/main" id="{951141F5-775E-45D9-A08C-7AE2BF277C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7" r="36489" b="10703"/>
          <a:stretch/>
        </p:blipFill>
        <p:spPr bwMode="auto">
          <a:xfrm>
            <a:off x="1406054" y="3610070"/>
            <a:ext cx="2363455" cy="2120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969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39695F6E-07A2-45CB-ACD6-185FB3B2CBAD}"/>
              </a:ext>
            </a:extLst>
          </p:cNvPr>
          <p:cNvSpPr/>
          <p:nvPr/>
        </p:nvSpPr>
        <p:spPr>
          <a:xfrm>
            <a:off x="6408816" y="1582716"/>
            <a:ext cx="5029196" cy="26948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F9196F9-B131-401D-979A-08045FFBC5E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sz="4400" dirty="0"/>
              <a:t>Gradient descent </a:t>
            </a:r>
            <a:r>
              <a:rPr lang="zh-TW" altLang="en-US" sz="4400" dirty="0"/>
              <a:t>複習</a:t>
            </a:r>
            <a:endParaRPr lang="en-US" altLang="zh-TW" sz="4400" dirty="0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269DC746-3D66-4BF9-8DD2-4C86CA68A89A}"/>
              </a:ext>
            </a:extLst>
          </p:cNvPr>
          <p:cNvCxnSpPr>
            <a:cxnSpLocks/>
          </p:cNvCxnSpPr>
          <p:nvPr/>
        </p:nvCxnSpPr>
        <p:spPr>
          <a:xfrm flipV="1">
            <a:off x="1640541" y="1999131"/>
            <a:ext cx="0" cy="36486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374336C7-8F8B-4F89-9301-6CC4B0940832}"/>
              </a:ext>
            </a:extLst>
          </p:cNvPr>
          <p:cNvCxnSpPr/>
          <p:nvPr/>
        </p:nvCxnSpPr>
        <p:spPr>
          <a:xfrm>
            <a:off x="1299883" y="5334001"/>
            <a:ext cx="466164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手繪多邊形: 圖案 7">
            <a:extLst>
              <a:ext uri="{FF2B5EF4-FFF2-40B4-BE49-F238E27FC236}">
                <a16:creationId xmlns:a16="http://schemas.microsoft.com/office/drawing/2014/main" id="{F099F427-4B25-4CCC-9C8C-953E13CF4F6D}"/>
              </a:ext>
            </a:extLst>
          </p:cNvPr>
          <p:cNvSpPr/>
          <p:nvPr/>
        </p:nvSpPr>
        <p:spPr>
          <a:xfrm>
            <a:off x="1936376" y="2196353"/>
            <a:ext cx="3585883" cy="3003638"/>
          </a:xfrm>
          <a:custGeom>
            <a:avLst/>
            <a:gdLst>
              <a:gd name="connsiteX0" fmla="*/ 0 w 3585883"/>
              <a:gd name="connsiteY0" fmla="*/ 179294 h 3003638"/>
              <a:gd name="connsiteX1" fmla="*/ 1954306 w 3585883"/>
              <a:gd name="connsiteY1" fmla="*/ 3003177 h 3003638"/>
              <a:gd name="connsiteX2" fmla="*/ 3585883 w 3585883"/>
              <a:gd name="connsiteY2" fmla="*/ 0 h 300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5883" h="3003638">
                <a:moveTo>
                  <a:pt x="0" y="179294"/>
                </a:moveTo>
                <a:cubicBezTo>
                  <a:pt x="678329" y="1606176"/>
                  <a:pt x="1356659" y="3033059"/>
                  <a:pt x="1954306" y="3003177"/>
                </a:cubicBezTo>
                <a:cubicBezTo>
                  <a:pt x="2551953" y="2973295"/>
                  <a:pt x="3068918" y="1486647"/>
                  <a:pt x="3585883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4851FBC-813A-46D5-8CC1-0051F4964A0B}"/>
                  </a:ext>
                </a:extLst>
              </p:cNvPr>
              <p:cNvSpPr txBox="1"/>
              <p:nvPr/>
            </p:nvSpPr>
            <p:spPr>
              <a:xfrm>
                <a:off x="5221664" y="1852349"/>
                <a:ext cx="6011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4851FBC-813A-46D5-8CC1-0051F4964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664" y="1852349"/>
                <a:ext cx="601190" cy="276999"/>
              </a:xfrm>
              <a:prstGeom prst="rect">
                <a:avLst/>
              </a:prstGeom>
              <a:blipFill>
                <a:blip r:embed="rId2"/>
                <a:stretch>
                  <a:fillRect l="-9184" b="-1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10B1E4B-4B03-49A0-A80F-B23FD59A5194}"/>
                  </a:ext>
                </a:extLst>
              </p:cNvPr>
              <p:cNvSpPr/>
              <p:nvPr/>
            </p:nvSpPr>
            <p:spPr>
              <a:xfrm>
                <a:off x="3729317" y="5468012"/>
                <a:ext cx="466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10B1E4B-4B03-49A0-A80F-B23FD59A51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317" y="5468012"/>
                <a:ext cx="46608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DC2B80F-DEC3-45A3-9720-D9CDA1DC8C4F}"/>
                  </a:ext>
                </a:extLst>
              </p:cNvPr>
              <p:cNvSpPr/>
              <p:nvPr/>
            </p:nvSpPr>
            <p:spPr>
              <a:xfrm>
                <a:off x="706768" y="3112568"/>
                <a:ext cx="7858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DC2B80F-DEC3-45A3-9720-D9CDA1DC8C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68" y="3112568"/>
                <a:ext cx="785856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397C712-1D11-43B3-9D4B-A784B72262CA}"/>
                  </a:ext>
                </a:extLst>
              </p:cNvPr>
              <p:cNvSpPr txBox="1"/>
              <p:nvPr/>
            </p:nvSpPr>
            <p:spPr>
              <a:xfrm>
                <a:off x="8374237" y="1783598"/>
                <a:ext cx="16933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TW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zh-TW" altLang="en-US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zh-TW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TW" altLang="en-US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397C712-1D11-43B3-9D4B-A784B7226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37" y="1783598"/>
                <a:ext cx="1693348" cy="276999"/>
              </a:xfrm>
              <a:prstGeom prst="rect">
                <a:avLst/>
              </a:prstGeom>
              <a:blipFill>
                <a:blip r:embed="rId5"/>
                <a:stretch>
                  <a:fillRect l="-2878" b="-2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D54713DA-0DF4-4867-AB83-A46D0FBFD130}"/>
                  </a:ext>
                </a:extLst>
              </p:cNvPr>
              <p:cNvSpPr/>
              <p:nvPr/>
            </p:nvSpPr>
            <p:spPr>
              <a:xfrm>
                <a:off x="7764349" y="4540369"/>
                <a:ext cx="2787110" cy="14773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新的參數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舊參數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學習速率 </a:t>
                </a:r>
                <a:r>
                  <a:rPr lang="en-US" altLang="zh-TW" dirty="0"/>
                  <a:t>learning rate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>
                        <a:latin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 梯度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損失函數 </a:t>
                </a:r>
                <a:r>
                  <a:rPr lang="en-US" altLang="zh-TW" dirty="0"/>
                  <a:t>loss function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D54713DA-0DF4-4867-AB83-A46D0FBFD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4349" y="4540369"/>
                <a:ext cx="2787110" cy="1477328"/>
              </a:xfrm>
              <a:prstGeom prst="rect">
                <a:avLst/>
              </a:prstGeom>
              <a:blipFill>
                <a:blip r:embed="rId6"/>
                <a:stretch>
                  <a:fillRect t="-2479" r="-656" b="-61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0E91861-812D-43EC-B68D-3ED85032A8C4}"/>
                  </a:ext>
                </a:extLst>
              </p:cNvPr>
              <p:cNvSpPr txBox="1"/>
              <p:nvPr/>
            </p:nvSpPr>
            <p:spPr>
              <a:xfrm>
                <a:off x="2642876" y="3244334"/>
                <a:ext cx="1793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/>
                  <a:t>假如我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在這裡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0E91861-812D-43EC-B68D-3ED85032A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876" y="3244334"/>
                <a:ext cx="1793376" cy="369332"/>
              </a:xfrm>
              <a:prstGeom prst="rect">
                <a:avLst/>
              </a:prstGeom>
              <a:blipFill>
                <a:blip r:embed="rId7"/>
                <a:stretch>
                  <a:fillRect l="-3061" t="-655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873CED8-A15D-44D4-A410-B9B7BF68BC3D}"/>
              </a:ext>
            </a:extLst>
          </p:cNvPr>
          <p:cNvCxnSpPr>
            <a:cxnSpLocks/>
          </p:cNvCxnSpPr>
          <p:nvPr/>
        </p:nvCxnSpPr>
        <p:spPr>
          <a:xfrm>
            <a:off x="2529354" y="3582894"/>
            <a:ext cx="417232" cy="85713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橢圓 13">
            <a:extLst>
              <a:ext uri="{FF2B5EF4-FFF2-40B4-BE49-F238E27FC236}">
                <a16:creationId xmlns:a16="http://schemas.microsoft.com/office/drawing/2014/main" id="{3F2BE838-22C4-41D9-BE87-53C3E04A6B9B}"/>
              </a:ext>
            </a:extLst>
          </p:cNvPr>
          <p:cNvSpPr/>
          <p:nvPr/>
        </p:nvSpPr>
        <p:spPr>
          <a:xfrm>
            <a:off x="2418043" y="3438416"/>
            <a:ext cx="197222" cy="19722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0E5BAA8-E081-40A4-B530-A5A106AE3C63}"/>
              </a:ext>
            </a:extLst>
          </p:cNvPr>
          <p:cNvSpPr txBox="1"/>
          <p:nvPr/>
        </p:nvSpPr>
        <p:spPr>
          <a:xfrm>
            <a:off x="2946586" y="3814427"/>
            <a:ext cx="1881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沿著</a:t>
            </a:r>
            <a:r>
              <a:rPr lang="zh-TW" altLang="en-US" dirty="0">
                <a:solidFill>
                  <a:srgbClr val="0000FF"/>
                </a:solidFill>
              </a:rPr>
              <a:t>梯度</a:t>
            </a:r>
            <a:r>
              <a:rPr lang="zh-TW" altLang="en-US" dirty="0"/>
              <a:t>方向走，變化會最大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80D00E40-F04B-41CA-8AE7-5CEB21A0A021}"/>
                  </a:ext>
                </a:extLst>
              </p:cNvPr>
              <p:cNvSpPr txBox="1"/>
              <p:nvPr/>
            </p:nvSpPr>
            <p:spPr>
              <a:xfrm>
                <a:off x="6774613" y="2893271"/>
                <a:ext cx="3167662" cy="582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當中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TW" altLang="en-US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zh-TW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TW" altLang="en-US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TW" altLang="en-US" i="1">
                          <a:latin typeface="Cambria Math" panose="02040503050406030204" pitchFamily="18" charset="0"/>
                        </a:rPr>
                        <m:t>又可以寫成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zh-TW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zh-TW" altLang="en-US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zh-TW" alt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TW" altLang="en-US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80D00E40-F04B-41CA-8AE7-5CEB21A0A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613" y="2893271"/>
                <a:ext cx="3167662" cy="5828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12D7108B-44EC-4FEB-BA6C-2B74E2EB2380}"/>
              </a:ext>
            </a:extLst>
          </p:cNvPr>
          <p:cNvSpPr txBox="1"/>
          <p:nvPr/>
        </p:nvSpPr>
        <p:spPr>
          <a:xfrm>
            <a:off x="6768412" y="3692183"/>
            <a:ext cx="4397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亦即 對函數中的</a:t>
            </a:r>
            <a:r>
              <a:rPr lang="zh-TW" altLang="en-US" dirty="0">
                <a:solidFill>
                  <a:srgbClr val="FF0000"/>
                </a:solidFill>
              </a:rPr>
              <a:t>權重</a:t>
            </a:r>
            <a:r>
              <a:rPr lang="zh-TW" altLang="en-US" dirty="0"/>
              <a:t>取微分即可得到</a:t>
            </a:r>
            <a:r>
              <a:rPr lang="zh-TW" altLang="en-US" dirty="0">
                <a:solidFill>
                  <a:srgbClr val="0000FF"/>
                </a:solidFill>
              </a:rPr>
              <a:t>梯度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026B43F-848A-41C4-9C9E-C33DE739E9E4}"/>
              </a:ext>
            </a:extLst>
          </p:cNvPr>
          <p:cNvSpPr/>
          <p:nvPr/>
        </p:nvSpPr>
        <p:spPr>
          <a:xfrm>
            <a:off x="6709411" y="1757993"/>
            <a:ext cx="1633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權重更新方法</a:t>
            </a:r>
            <a:r>
              <a:rPr lang="en-US" altLang="zh-TW" dirty="0"/>
              <a:t>: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D0051D-660C-42D1-9A04-4EDA18F17858}"/>
              </a:ext>
            </a:extLst>
          </p:cNvPr>
          <p:cNvSpPr/>
          <p:nvPr/>
        </p:nvSpPr>
        <p:spPr>
          <a:xfrm>
            <a:off x="6709411" y="2323391"/>
            <a:ext cx="3738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新權重</a:t>
            </a:r>
            <a:r>
              <a:rPr lang="en-US" altLang="zh-TW" dirty="0"/>
              <a:t>=</a:t>
            </a:r>
            <a:r>
              <a:rPr lang="zh-TW" altLang="en-US" dirty="0"/>
              <a:t>舊權重</a:t>
            </a:r>
            <a:r>
              <a:rPr lang="en-US" altLang="zh-TW" dirty="0"/>
              <a:t>-</a:t>
            </a:r>
            <a:r>
              <a:rPr lang="zh-TW" altLang="en-US" dirty="0"/>
              <a:t>學習速率*梯度方向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62480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F9196F9-B131-401D-979A-08045FFBC5E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4400" dirty="0"/>
              <a:t>參數很多的時候</a:t>
            </a:r>
            <a:endParaRPr lang="en-US" altLang="zh-TW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397C712-1D11-43B3-9D4B-A784B72262CA}"/>
                  </a:ext>
                </a:extLst>
              </p:cNvPr>
              <p:cNvSpPr txBox="1"/>
              <p:nvPr/>
            </p:nvSpPr>
            <p:spPr>
              <a:xfrm>
                <a:off x="1339312" y="1992417"/>
                <a:ext cx="29676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……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397C712-1D11-43B3-9D4B-A784B7226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312" y="1992417"/>
                <a:ext cx="2967672" cy="276999"/>
              </a:xfrm>
              <a:prstGeom prst="rect">
                <a:avLst/>
              </a:prstGeom>
              <a:blipFill>
                <a:blip r:embed="rId2"/>
                <a:stretch>
                  <a:fillRect l="-205" t="-2222" r="-1027" b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>
            <a:extLst>
              <a:ext uri="{FF2B5EF4-FFF2-40B4-BE49-F238E27FC236}">
                <a16:creationId xmlns:a16="http://schemas.microsoft.com/office/drawing/2014/main" id="{8026B43F-848A-41C4-9C9E-C33DE739E9E4}"/>
              </a:ext>
            </a:extLst>
          </p:cNvPr>
          <p:cNvSpPr/>
          <p:nvPr/>
        </p:nvSpPr>
        <p:spPr>
          <a:xfrm>
            <a:off x="3226493" y="3928384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對每個權重都進行微分</a:t>
            </a:r>
            <a:endParaRPr lang="en-US" altLang="zh-TW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B6949A-B418-4A2F-87FA-5DCFC41BDE89}"/>
              </a:ext>
            </a:extLst>
          </p:cNvPr>
          <p:cNvSpPr/>
          <p:nvPr/>
        </p:nvSpPr>
        <p:spPr>
          <a:xfrm>
            <a:off x="628861" y="1946251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假如</a:t>
            </a:r>
            <a:r>
              <a:rPr lang="en-US" altLang="zh-TW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B0B63F7-A444-49C7-91E3-D64BFD87C7BB}"/>
                  </a:ext>
                </a:extLst>
              </p:cNvPr>
              <p:cNvSpPr/>
              <p:nvPr/>
            </p:nvSpPr>
            <p:spPr>
              <a:xfrm>
                <a:off x="739360" y="2880982"/>
                <a:ext cx="2401555" cy="24641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zh-TW" alt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TW" alt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zh-TW" alt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TW" alt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zh-TW" alt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TW" alt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zh-TW" alt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B0B63F7-A444-49C7-91E3-D64BFD87C7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60" y="2880982"/>
                <a:ext cx="2401555" cy="2464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4EE38421-F265-45EB-B304-3272FF62F7A5}"/>
              </a:ext>
            </a:extLst>
          </p:cNvPr>
          <p:cNvCxnSpPr>
            <a:cxnSpLocks/>
          </p:cNvCxnSpPr>
          <p:nvPr/>
        </p:nvCxnSpPr>
        <p:spPr>
          <a:xfrm>
            <a:off x="5898777" y="1390650"/>
            <a:ext cx="0" cy="4791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簡單使用keras 架構深度學習神經網路— 以cifar10為例| by Eddie Hsiao | Medium">
            <a:extLst>
              <a:ext uri="{FF2B5EF4-FFF2-40B4-BE49-F238E27FC236}">
                <a16:creationId xmlns:a16="http://schemas.microsoft.com/office/drawing/2014/main" id="{453225D3-6525-42C2-9BB3-8F4359B17B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4" t="11429" r="6883"/>
          <a:stretch/>
        </p:blipFill>
        <p:spPr bwMode="auto">
          <a:xfrm>
            <a:off x="6293223" y="1730918"/>
            <a:ext cx="4888807" cy="23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4B0B1C42-BA47-42AF-9C87-C115279977F1}"/>
              </a:ext>
            </a:extLst>
          </p:cNvPr>
          <p:cNvCxnSpPr>
            <a:cxnSpLocks/>
          </p:cNvCxnSpPr>
          <p:nvPr/>
        </p:nvCxnSpPr>
        <p:spPr>
          <a:xfrm flipV="1">
            <a:off x="6550392" y="1857650"/>
            <a:ext cx="840582" cy="12114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9593664A-E5F7-4F2F-9209-873F9D4FA0BE}"/>
                  </a:ext>
                </a:extLst>
              </p:cNvPr>
              <p:cNvSpPr txBox="1"/>
              <p:nvPr/>
            </p:nvSpPr>
            <p:spPr>
              <a:xfrm>
                <a:off x="6044149" y="1404210"/>
                <a:ext cx="14464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600" dirty="0"/>
                  <a:t>假設這條是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16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9593664A-E5F7-4F2F-9209-873F9D4FA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149" y="1404210"/>
                <a:ext cx="1446422" cy="338554"/>
              </a:xfrm>
              <a:prstGeom prst="rect">
                <a:avLst/>
              </a:prstGeom>
              <a:blipFill>
                <a:blip r:embed="rId5"/>
                <a:stretch>
                  <a:fillRect l="-2101" t="-5357" b="-2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100028FC-F2FE-4A48-A5E4-5F60A43EABAD}"/>
                  </a:ext>
                </a:extLst>
              </p:cNvPr>
              <p:cNvSpPr/>
              <p:nvPr/>
            </p:nvSpPr>
            <p:spPr>
              <a:xfrm>
                <a:off x="11087600" y="2615098"/>
                <a:ext cx="6987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100028FC-F2FE-4A48-A5E4-5F60A43EAB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7600" y="2615098"/>
                <a:ext cx="69871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>
            <a:extLst>
              <a:ext uri="{FF2B5EF4-FFF2-40B4-BE49-F238E27FC236}">
                <a16:creationId xmlns:a16="http://schemas.microsoft.com/office/drawing/2014/main" id="{4049F265-4E51-4866-B028-0551CFE5D416}"/>
              </a:ext>
            </a:extLst>
          </p:cNvPr>
          <p:cNvSpPr/>
          <p:nvPr/>
        </p:nvSpPr>
        <p:spPr>
          <a:xfrm>
            <a:off x="10200403" y="2116171"/>
            <a:ext cx="946684" cy="160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E5A4520-E596-468E-A9DD-FC491EBABF07}"/>
                  </a:ext>
                </a:extLst>
              </p:cNvPr>
              <p:cNvSpPr txBox="1"/>
              <p:nvPr/>
            </p:nvSpPr>
            <p:spPr>
              <a:xfrm>
                <a:off x="10702281" y="1808190"/>
                <a:ext cx="12105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1600" dirty="0"/>
                  <a:t>最終計算</a:t>
                </a:r>
                <a:endParaRPr lang="en-US" altLang="zh-TW" sz="1600" dirty="0"/>
              </a:p>
              <a:p>
                <a:pPr algn="ctr"/>
                <a:r>
                  <a:rPr lang="zh-TW" altLang="en-US" sz="1600" dirty="0"/>
                  <a:t>出來的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𝑙𝑜𝑠𝑠</m:t>
                    </m:r>
                  </m:oMath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E5A4520-E596-468E-A9DD-FC491EBAB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2281" y="1808190"/>
                <a:ext cx="1210588" cy="584775"/>
              </a:xfrm>
              <a:prstGeom prst="rect">
                <a:avLst/>
              </a:prstGeom>
              <a:blipFill>
                <a:blip r:embed="rId7"/>
                <a:stretch>
                  <a:fillRect l="-1010" t="-3125"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7B2CD835-01D8-452E-9B1B-99613EA61ECF}"/>
              </a:ext>
            </a:extLst>
          </p:cNvPr>
          <p:cNvCxnSpPr>
            <a:cxnSpLocks/>
          </p:cNvCxnSpPr>
          <p:nvPr/>
        </p:nvCxnSpPr>
        <p:spPr>
          <a:xfrm>
            <a:off x="7551420" y="1842410"/>
            <a:ext cx="861060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5C5705B3-3045-4207-94A0-8D8A3A44B397}"/>
              </a:ext>
            </a:extLst>
          </p:cNvPr>
          <p:cNvCxnSpPr>
            <a:cxnSpLocks/>
          </p:cNvCxnSpPr>
          <p:nvPr/>
        </p:nvCxnSpPr>
        <p:spPr>
          <a:xfrm>
            <a:off x="7551420" y="1842410"/>
            <a:ext cx="861060" cy="28850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D7D1E4AF-2DC3-4E71-A19B-DB009E72B8FF}"/>
              </a:ext>
            </a:extLst>
          </p:cNvPr>
          <p:cNvCxnSpPr>
            <a:cxnSpLocks/>
          </p:cNvCxnSpPr>
          <p:nvPr/>
        </p:nvCxnSpPr>
        <p:spPr>
          <a:xfrm>
            <a:off x="7565344" y="1842409"/>
            <a:ext cx="847136" cy="55055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92B1ED9A-4383-4212-82AA-40B514D0AE00}"/>
              </a:ext>
            </a:extLst>
          </p:cNvPr>
          <p:cNvCxnSpPr>
            <a:cxnSpLocks/>
          </p:cNvCxnSpPr>
          <p:nvPr/>
        </p:nvCxnSpPr>
        <p:spPr>
          <a:xfrm>
            <a:off x="7551420" y="1855639"/>
            <a:ext cx="861060" cy="759459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329C567B-90F7-4FEF-B819-C010746FC4ED}"/>
              </a:ext>
            </a:extLst>
          </p:cNvPr>
          <p:cNvCxnSpPr>
            <a:cxnSpLocks/>
          </p:cNvCxnSpPr>
          <p:nvPr/>
        </p:nvCxnSpPr>
        <p:spPr>
          <a:xfrm>
            <a:off x="7565344" y="1855639"/>
            <a:ext cx="847136" cy="1025343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1C4C59F-296E-4110-9902-87316CE431FA}"/>
              </a:ext>
            </a:extLst>
          </p:cNvPr>
          <p:cNvCxnSpPr>
            <a:cxnSpLocks/>
          </p:cNvCxnSpPr>
          <p:nvPr/>
        </p:nvCxnSpPr>
        <p:spPr>
          <a:xfrm>
            <a:off x="7565344" y="1855639"/>
            <a:ext cx="847136" cy="1306661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AE994A1B-5345-4390-805F-560D2CC3A61A}"/>
              </a:ext>
            </a:extLst>
          </p:cNvPr>
          <p:cNvCxnSpPr>
            <a:cxnSpLocks/>
          </p:cNvCxnSpPr>
          <p:nvPr/>
        </p:nvCxnSpPr>
        <p:spPr>
          <a:xfrm>
            <a:off x="7572306" y="1857650"/>
            <a:ext cx="854098" cy="157135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C190FC18-885F-4FEE-BE87-8C6DDD1EFE44}"/>
              </a:ext>
            </a:extLst>
          </p:cNvPr>
          <p:cNvCxnSpPr>
            <a:cxnSpLocks/>
          </p:cNvCxnSpPr>
          <p:nvPr/>
        </p:nvCxnSpPr>
        <p:spPr>
          <a:xfrm>
            <a:off x="7565344" y="1842408"/>
            <a:ext cx="861060" cy="1821542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804D593B-72B3-4C9F-9C10-6AF5BAB36D9A}"/>
              </a:ext>
            </a:extLst>
          </p:cNvPr>
          <p:cNvCxnSpPr>
            <a:cxnSpLocks/>
          </p:cNvCxnSpPr>
          <p:nvPr/>
        </p:nvCxnSpPr>
        <p:spPr>
          <a:xfrm>
            <a:off x="7549973" y="1837269"/>
            <a:ext cx="876431" cy="2091115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70EE501D-0174-4CC8-8103-C391A90273F3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E1430D8A-C26C-4095-95F9-49ABA097FD86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D0971CEA-1D51-47DA-A088-FB7E7A66FE1E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70192" cy="55569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28EFA2BB-1B79-4E3D-97FA-E8013852F05D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70192" cy="77782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B4E6D176-1FA1-42DC-80EB-A7C7D6CEDEC7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70192" cy="10437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99374F6D-1982-40EA-AAB4-95EBC41B25B3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70192" cy="13250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553736E7-9FE7-469E-911C-4535801508D8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84116" cy="15917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48A0E0E1-EDA4-472B-A7BA-E1BB45D94DDB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84116" cy="182668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CBCA6A55-F4B0-4270-B5CC-E4FA926F4C4D}"/>
              </a:ext>
            </a:extLst>
          </p:cNvPr>
          <p:cNvCxnSpPr>
            <a:cxnSpLocks/>
          </p:cNvCxnSpPr>
          <p:nvPr/>
        </p:nvCxnSpPr>
        <p:spPr>
          <a:xfrm>
            <a:off x="8584554" y="1837269"/>
            <a:ext cx="884116" cy="2091115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B810C9D-9A7E-44C7-BB08-6DEE29F59A22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45AA7792-F5C2-4130-9DFA-65D42FDE76E3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E612380A-4232-4543-A981-B0C29F126D8E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70192" cy="55569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>
            <a:extLst>
              <a:ext uri="{FF2B5EF4-FFF2-40B4-BE49-F238E27FC236}">
                <a16:creationId xmlns:a16="http://schemas.microsoft.com/office/drawing/2014/main" id="{12780598-F01C-4FBD-8D2D-6FFABC76C7E0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70192" cy="77782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>
            <a:extLst>
              <a:ext uri="{FF2B5EF4-FFF2-40B4-BE49-F238E27FC236}">
                <a16:creationId xmlns:a16="http://schemas.microsoft.com/office/drawing/2014/main" id="{DE2C94B7-850A-4724-BE60-CF5BF0775557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70192" cy="10437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2738E6A0-8566-4C6C-83F0-628AA4CF7FD7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70192" cy="13250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2EBAAC30-895B-44A6-A26E-0F25C578817B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84116" cy="15917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>
            <a:extLst>
              <a:ext uri="{FF2B5EF4-FFF2-40B4-BE49-F238E27FC236}">
                <a16:creationId xmlns:a16="http://schemas.microsoft.com/office/drawing/2014/main" id="{3AC301FC-2CF2-4B2A-9159-2354491E7D3E}"/>
              </a:ext>
            </a:extLst>
          </p:cNvPr>
          <p:cNvCxnSpPr>
            <a:cxnSpLocks/>
          </p:cNvCxnSpPr>
          <p:nvPr/>
        </p:nvCxnSpPr>
        <p:spPr>
          <a:xfrm>
            <a:off x="8592273" y="2096588"/>
            <a:ext cx="884116" cy="182668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>
            <a:extLst>
              <a:ext uri="{FF2B5EF4-FFF2-40B4-BE49-F238E27FC236}">
                <a16:creationId xmlns:a16="http://schemas.microsoft.com/office/drawing/2014/main" id="{5DDC2155-505A-4CD6-991B-717583C63818}"/>
              </a:ext>
            </a:extLst>
          </p:cNvPr>
          <p:cNvCxnSpPr>
            <a:cxnSpLocks/>
          </p:cNvCxnSpPr>
          <p:nvPr/>
        </p:nvCxnSpPr>
        <p:spPr>
          <a:xfrm>
            <a:off x="8582969" y="2368281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1578C0B9-772C-4D3A-8F9B-72E5F533B0C1}"/>
              </a:ext>
            </a:extLst>
          </p:cNvPr>
          <p:cNvCxnSpPr>
            <a:cxnSpLocks/>
          </p:cNvCxnSpPr>
          <p:nvPr/>
        </p:nvCxnSpPr>
        <p:spPr>
          <a:xfrm>
            <a:off x="8582969" y="2368281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7ED3E9F5-764A-4A5D-B902-0308E0D0CF2D}"/>
              </a:ext>
            </a:extLst>
          </p:cNvPr>
          <p:cNvCxnSpPr>
            <a:cxnSpLocks/>
          </p:cNvCxnSpPr>
          <p:nvPr/>
        </p:nvCxnSpPr>
        <p:spPr>
          <a:xfrm>
            <a:off x="8582969" y="2368281"/>
            <a:ext cx="870192" cy="55569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F479F2B7-0B4C-40B9-9090-CBBCBD6E1773}"/>
              </a:ext>
            </a:extLst>
          </p:cNvPr>
          <p:cNvCxnSpPr>
            <a:cxnSpLocks/>
          </p:cNvCxnSpPr>
          <p:nvPr/>
        </p:nvCxnSpPr>
        <p:spPr>
          <a:xfrm>
            <a:off x="8582969" y="2368281"/>
            <a:ext cx="870192" cy="77782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ED8676C3-329A-4B17-AAA6-668B96298C55}"/>
              </a:ext>
            </a:extLst>
          </p:cNvPr>
          <p:cNvCxnSpPr>
            <a:cxnSpLocks/>
          </p:cNvCxnSpPr>
          <p:nvPr/>
        </p:nvCxnSpPr>
        <p:spPr>
          <a:xfrm>
            <a:off x="8582969" y="2368281"/>
            <a:ext cx="870192" cy="10437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>
            <a:extLst>
              <a:ext uri="{FF2B5EF4-FFF2-40B4-BE49-F238E27FC236}">
                <a16:creationId xmlns:a16="http://schemas.microsoft.com/office/drawing/2014/main" id="{DF8264B3-D745-49BB-855F-8AEEFDE42FC2}"/>
              </a:ext>
            </a:extLst>
          </p:cNvPr>
          <p:cNvCxnSpPr>
            <a:cxnSpLocks/>
          </p:cNvCxnSpPr>
          <p:nvPr/>
        </p:nvCxnSpPr>
        <p:spPr>
          <a:xfrm>
            <a:off x="8582969" y="2368281"/>
            <a:ext cx="870192" cy="13250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>
            <a:extLst>
              <a:ext uri="{FF2B5EF4-FFF2-40B4-BE49-F238E27FC236}">
                <a16:creationId xmlns:a16="http://schemas.microsoft.com/office/drawing/2014/main" id="{69164E83-A272-43E0-B00C-85B02C046FEE}"/>
              </a:ext>
            </a:extLst>
          </p:cNvPr>
          <p:cNvCxnSpPr>
            <a:cxnSpLocks/>
          </p:cNvCxnSpPr>
          <p:nvPr/>
        </p:nvCxnSpPr>
        <p:spPr>
          <a:xfrm>
            <a:off x="8582969" y="2368281"/>
            <a:ext cx="884116" cy="15917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7ADF5435-286E-4A99-9973-9914497557D9}"/>
              </a:ext>
            </a:extLst>
          </p:cNvPr>
          <p:cNvCxnSpPr>
            <a:cxnSpLocks/>
          </p:cNvCxnSpPr>
          <p:nvPr/>
        </p:nvCxnSpPr>
        <p:spPr>
          <a:xfrm>
            <a:off x="8590688" y="2587840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>
            <a:extLst>
              <a:ext uri="{FF2B5EF4-FFF2-40B4-BE49-F238E27FC236}">
                <a16:creationId xmlns:a16="http://schemas.microsoft.com/office/drawing/2014/main" id="{9EC5E516-0E83-4FA5-BE80-52064E500F24}"/>
              </a:ext>
            </a:extLst>
          </p:cNvPr>
          <p:cNvCxnSpPr>
            <a:cxnSpLocks/>
          </p:cNvCxnSpPr>
          <p:nvPr/>
        </p:nvCxnSpPr>
        <p:spPr>
          <a:xfrm>
            <a:off x="8590688" y="2587840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4C4353B2-E663-48EF-A7DE-F28C5DADFFA6}"/>
              </a:ext>
            </a:extLst>
          </p:cNvPr>
          <p:cNvCxnSpPr>
            <a:cxnSpLocks/>
          </p:cNvCxnSpPr>
          <p:nvPr/>
        </p:nvCxnSpPr>
        <p:spPr>
          <a:xfrm>
            <a:off x="8590688" y="2587840"/>
            <a:ext cx="870192" cy="55569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559CD70E-DD8E-4C30-B892-09EC21E6F74B}"/>
              </a:ext>
            </a:extLst>
          </p:cNvPr>
          <p:cNvCxnSpPr>
            <a:cxnSpLocks/>
          </p:cNvCxnSpPr>
          <p:nvPr/>
        </p:nvCxnSpPr>
        <p:spPr>
          <a:xfrm>
            <a:off x="8590688" y="2587840"/>
            <a:ext cx="870192" cy="77782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5B3D3CE4-6807-431E-9E04-E2B5779F32E5}"/>
              </a:ext>
            </a:extLst>
          </p:cNvPr>
          <p:cNvCxnSpPr>
            <a:cxnSpLocks/>
          </p:cNvCxnSpPr>
          <p:nvPr/>
        </p:nvCxnSpPr>
        <p:spPr>
          <a:xfrm>
            <a:off x="8590688" y="2587840"/>
            <a:ext cx="870192" cy="10437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>
            <a:extLst>
              <a:ext uri="{FF2B5EF4-FFF2-40B4-BE49-F238E27FC236}">
                <a16:creationId xmlns:a16="http://schemas.microsoft.com/office/drawing/2014/main" id="{8CC6F16E-13FB-4607-938A-2B7A225F2E9C}"/>
              </a:ext>
            </a:extLst>
          </p:cNvPr>
          <p:cNvCxnSpPr>
            <a:cxnSpLocks/>
          </p:cNvCxnSpPr>
          <p:nvPr/>
        </p:nvCxnSpPr>
        <p:spPr>
          <a:xfrm>
            <a:off x="8590688" y="2587840"/>
            <a:ext cx="870192" cy="13250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>
            <a:extLst>
              <a:ext uri="{FF2B5EF4-FFF2-40B4-BE49-F238E27FC236}">
                <a16:creationId xmlns:a16="http://schemas.microsoft.com/office/drawing/2014/main" id="{36C879A9-3AB2-411B-9E7B-D62E1AB0F068}"/>
              </a:ext>
            </a:extLst>
          </p:cNvPr>
          <p:cNvCxnSpPr>
            <a:cxnSpLocks/>
          </p:cNvCxnSpPr>
          <p:nvPr/>
        </p:nvCxnSpPr>
        <p:spPr>
          <a:xfrm>
            <a:off x="8585403" y="2873559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接點 112">
            <a:extLst>
              <a:ext uri="{FF2B5EF4-FFF2-40B4-BE49-F238E27FC236}">
                <a16:creationId xmlns:a16="http://schemas.microsoft.com/office/drawing/2014/main" id="{9DAF017E-3F8A-4197-8BEA-8C01990DF18C}"/>
              </a:ext>
            </a:extLst>
          </p:cNvPr>
          <p:cNvCxnSpPr>
            <a:cxnSpLocks/>
          </p:cNvCxnSpPr>
          <p:nvPr/>
        </p:nvCxnSpPr>
        <p:spPr>
          <a:xfrm>
            <a:off x="8585403" y="2873559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接點 113">
            <a:extLst>
              <a:ext uri="{FF2B5EF4-FFF2-40B4-BE49-F238E27FC236}">
                <a16:creationId xmlns:a16="http://schemas.microsoft.com/office/drawing/2014/main" id="{B6DD8CEC-871E-4844-B377-6730D7946A00}"/>
              </a:ext>
            </a:extLst>
          </p:cNvPr>
          <p:cNvCxnSpPr>
            <a:cxnSpLocks/>
          </p:cNvCxnSpPr>
          <p:nvPr/>
        </p:nvCxnSpPr>
        <p:spPr>
          <a:xfrm>
            <a:off x="8585403" y="2873559"/>
            <a:ext cx="870192" cy="55569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7306CCBC-AE3F-4682-8AEE-14C768C4FC74}"/>
              </a:ext>
            </a:extLst>
          </p:cNvPr>
          <p:cNvCxnSpPr>
            <a:cxnSpLocks/>
          </p:cNvCxnSpPr>
          <p:nvPr/>
        </p:nvCxnSpPr>
        <p:spPr>
          <a:xfrm>
            <a:off x="8585403" y="2873559"/>
            <a:ext cx="870192" cy="77782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>
            <a:extLst>
              <a:ext uri="{FF2B5EF4-FFF2-40B4-BE49-F238E27FC236}">
                <a16:creationId xmlns:a16="http://schemas.microsoft.com/office/drawing/2014/main" id="{959EBC56-BED8-4563-9C11-70723BC5C2AE}"/>
              </a:ext>
            </a:extLst>
          </p:cNvPr>
          <p:cNvCxnSpPr>
            <a:cxnSpLocks/>
          </p:cNvCxnSpPr>
          <p:nvPr/>
        </p:nvCxnSpPr>
        <p:spPr>
          <a:xfrm>
            <a:off x="8585403" y="2873559"/>
            <a:ext cx="870192" cy="10437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接點 121">
            <a:extLst>
              <a:ext uri="{FF2B5EF4-FFF2-40B4-BE49-F238E27FC236}">
                <a16:creationId xmlns:a16="http://schemas.microsoft.com/office/drawing/2014/main" id="{BE325E9A-9AA4-410A-853C-A8A4B57CE89F}"/>
              </a:ext>
            </a:extLst>
          </p:cNvPr>
          <p:cNvCxnSpPr>
            <a:cxnSpLocks/>
          </p:cNvCxnSpPr>
          <p:nvPr/>
        </p:nvCxnSpPr>
        <p:spPr>
          <a:xfrm>
            <a:off x="8582969" y="3152675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接點 122">
            <a:extLst>
              <a:ext uri="{FF2B5EF4-FFF2-40B4-BE49-F238E27FC236}">
                <a16:creationId xmlns:a16="http://schemas.microsoft.com/office/drawing/2014/main" id="{01682524-20F8-4EEA-98D6-94C5B2ABC09A}"/>
              </a:ext>
            </a:extLst>
          </p:cNvPr>
          <p:cNvCxnSpPr>
            <a:cxnSpLocks/>
          </p:cNvCxnSpPr>
          <p:nvPr/>
        </p:nvCxnSpPr>
        <p:spPr>
          <a:xfrm>
            <a:off x="8582969" y="3152675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接點 123">
            <a:extLst>
              <a:ext uri="{FF2B5EF4-FFF2-40B4-BE49-F238E27FC236}">
                <a16:creationId xmlns:a16="http://schemas.microsoft.com/office/drawing/2014/main" id="{6CDF0891-8443-4EDF-AA08-CE838FDFE028}"/>
              </a:ext>
            </a:extLst>
          </p:cNvPr>
          <p:cNvCxnSpPr>
            <a:cxnSpLocks/>
          </p:cNvCxnSpPr>
          <p:nvPr/>
        </p:nvCxnSpPr>
        <p:spPr>
          <a:xfrm>
            <a:off x="8582969" y="3152675"/>
            <a:ext cx="870192" cy="55569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接點 124">
            <a:extLst>
              <a:ext uri="{FF2B5EF4-FFF2-40B4-BE49-F238E27FC236}">
                <a16:creationId xmlns:a16="http://schemas.microsoft.com/office/drawing/2014/main" id="{FB47E4CC-6F1E-4A93-BC43-EE23AF099B8A}"/>
              </a:ext>
            </a:extLst>
          </p:cNvPr>
          <p:cNvCxnSpPr>
            <a:cxnSpLocks/>
          </p:cNvCxnSpPr>
          <p:nvPr/>
        </p:nvCxnSpPr>
        <p:spPr>
          <a:xfrm>
            <a:off x="8582969" y="3152675"/>
            <a:ext cx="870192" cy="77782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92351387-7648-4E9F-BA34-340674747952}"/>
              </a:ext>
            </a:extLst>
          </p:cNvPr>
          <p:cNvCxnSpPr>
            <a:cxnSpLocks/>
          </p:cNvCxnSpPr>
          <p:nvPr/>
        </p:nvCxnSpPr>
        <p:spPr>
          <a:xfrm>
            <a:off x="8578354" y="3376086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8B353404-2A64-4E7E-A821-113BF14DFD89}"/>
              </a:ext>
            </a:extLst>
          </p:cNvPr>
          <p:cNvCxnSpPr>
            <a:cxnSpLocks/>
          </p:cNvCxnSpPr>
          <p:nvPr/>
        </p:nvCxnSpPr>
        <p:spPr>
          <a:xfrm>
            <a:off x="8578354" y="3376086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接點 133">
            <a:extLst>
              <a:ext uri="{FF2B5EF4-FFF2-40B4-BE49-F238E27FC236}">
                <a16:creationId xmlns:a16="http://schemas.microsoft.com/office/drawing/2014/main" id="{66B5FF4F-AA82-493E-8299-3667950105E5}"/>
              </a:ext>
            </a:extLst>
          </p:cNvPr>
          <p:cNvCxnSpPr>
            <a:cxnSpLocks/>
          </p:cNvCxnSpPr>
          <p:nvPr/>
        </p:nvCxnSpPr>
        <p:spPr>
          <a:xfrm>
            <a:off x="8578354" y="3376086"/>
            <a:ext cx="870192" cy="55569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6EDED4F7-E7D3-41DD-81D7-EC7155A30957}"/>
              </a:ext>
            </a:extLst>
          </p:cNvPr>
          <p:cNvCxnSpPr>
            <a:cxnSpLocks/>
          </p:cNvCxnSpPr>
          <p:nvPr/>
        </p:nvCxnSpPr>
        <p:spPr>
          <a:xfrm>
            <a:off x="8573665" y="3642560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C3EBF3D1-3B5E-4E24-B831-D4B3F655D23B}"/>
              </a:ext>
            </a:extLst>
          </p:cNvPr>
          <p:cNvCxnSpPr>
            <a:cxnSpLocks/>
          </p:cNvCxnSpPr>
          <p:nvPr/>
        </p:nvCxnSpPr>
        <p:spPr>
          <a:xfrm>
            <a:off x="8573665" y="3642560"/>
            <a:ext cx="870192" cy="2936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3C6F1CF9-DC47-4F7E-8728-A8DED05825CD}"/>
              </a:ext>
            </a:extLst>
          </p:cNvPr>
          <p:cNvCxnSpPr>
            <a:cxnSpLocks/>
          </p:cNvCxnSpPr>
          <p:nvPr/>
        </p:nvCxnSpPr>
        <p:spPr>
          <a:xfrm>
            <a:off x="8600213" y="3901315"/>
            <a:ext cx="870192" cy="5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接點 171">
            <a:extLst>
              <a:ext uri="{FF2B5EF4-FFF2-40B4-BE49-F238E27FC236}">
                <a16:creationId xmlns:a16="http://schemas.microsoft.com/office/drawing/2014/main" id="{E75A7196-4217-4CB1-87AA-FFCB2E94ACA9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5308" y="1842408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接點 172">
            <a:extLst>
              <a:ext uri="{FF2B5EF4-FFF2-40B4-BE49-F238E27FC236}">
                <a16:creationId xmlns:a16="http://schemas.microsoft.com/office/drawing/2014/main" id="{10A7DE39-D154-4751-8E93-DDA00FF9432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5308" y="1842408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接點 173">
            <a:extLst>
              <a:ext uri="{FF2B5EF4-FFF2-40B4-BE49-F238E27FC236}">
                <a16:creationId xmlns:a16="http://schemas.microsoft.com/office/drawing/2014/main" id="{E92B5718-CEDB-488E-98E8-4D270F092453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5308" y="1842408"/>
            <a:ext cx="870192" cy="55165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接點 174">
            <a:extLst>
              <a:ext uri="{FF2B5EF4-FFF2-40B4-BE49-F238E27FC236}">
                <a16:creationId xmlns:a16="http://schemas.microsoft.com/office/drawing/2014/main" id="{E9E039CE-7A06-4C52-8541-A85017D75F74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5308" y="1842408"/>
            <a:ext cx="870192" cy="77217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接點 175">
            <a:extLst>
              <a:ext uri="{FF2B5EF4-FFF2-40B4-BE49-F238E27FC236}">
                <a16:creationId xmlns:a16="http://schemas.microsoft.com/office/drawing/2014/main" id="{9F3CDF64-D40C-4082-953A-1EEC16B95253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5308" y="1842408"/>
            <a:ext cx="870192" cy="10361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接點 176">
            <a:extLst>
              <a:ext uri="{FF2B5EF4-FFF2-40B4-BE49-F238E27FC236}">
                <a16:creationId xmlns:a16="http://schemas.microsoft.com/office/drawing/2014/main" id="{87214BD1-1AA9-4990-9F87-7F80C69CE9D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5308" y="1842408"/>
            <a:ext cx="870192" cy="1315405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線接點 177">
            <a:extLst>
              <a:ext uri="{FF2B5EF4-FFF2-40B4-BE49-F238E27FC236}">
                <a16:creationId xmlns:a16="http://schemas.microsoft.com/office/drawing/2014/main" id="{66787268-9BA4-4C43-BA82-6477127B5AF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1384" y="1842408"/>
            <a:ext cx="884116" cy="158016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線接點 178">
            <a:extLst>
              <a:ext uri="{FF2B5EF4-FFF2-40B4-BE49-F238E27FC236}">
                <a16:creationId xmlns:a16="http://schemas.microsoft.com/office/drawing/2014/main" id="{1B53519E-DEC4-46E8-BB53-C722354A7559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1384" y="1842408"/>
            <a:ext cx="884116" cy="181341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線接點 179">
            <a:extLst>
              <a:ext uri="{FF2B5EF4-FFF2-40B4-BE49-F238E27FC236}">
                <a16:creationId xmlns:a16="http://schemas.microsoft.com/office/drawing/2014/main" id="{D1B12010-5272-4641-B1D8-105465E677E1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1384" y="1842408"/>
            <a:ext cx="884116" cy="207592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2F4F7B90-B633-45BC-A058-E9CE44B1745D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7589" y="2099843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接點 181">
            <a:extLst>
              <a:ext uri="{FF2B5EF4-FFF2-40B4-BE49-F238E27FC236}">
                <a16:creationId xmlns:a16="http://schemas.microsoft.com/office/drawing/2014/main" id="{102A838B-4DD4-4F1E-B94D-531785A40095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7589" y="2099843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接點 182">
            <a:extLst>
              <a:ext uri="{FF2B5EF4-FFF2-40B4-BE49-F238E27FC236}">
                <a16:creationId xmlns:a16="http://schemas.microsoft.com/office/drawing/2014/main" id="{E5BFBC3D-0D73-4F8C-BAAB-981EDA9F33B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7589" y="2099843"/>
            <a:ext cx="870192" cy="55165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接點 183">
            <a:extLst>
              <a:ext uri="{FF2B5EF4-FFF2-40B4-BE49-F238E27FC236}">
                <a16:creationId xmlns:a16="http://schemas.microsoft.com/office/drawing/2014/main" id="{3CF8DC7A-90F1-4806-9AF5-E25A68BF9D9E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7589" y="2099843"/>
            <a:ext cx="870192" cy="77217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接點 184">
            <a:extLst>
              <a:ext uri="{FF2B5EF4-FFF2-40B4-BE49-F238E27FC236}">
                <a16:creationId xmlns:a16="http://schemas.microsoft.com/office/drawing/2014/main" id="{FB79E61D-FCAE-4F86-93EB-5B374F31DB58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7589" y="2099843"/>
            <a:ext cx="870192" cy="10361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接點 185">
            <a:extLst>
              <a:ext uri="{FF2B5EF4-FFF2-40B4-BE49-F238E27FC236}">
                <a16:creationId xmlns:a16="http://schemas.microsoft.com/office/drawing/2014/main" id="{33DC5668-0A7E-4D6D-92B5-B31D0F3A6FE4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7589" y="2099843"/>
            <a:ext cx="870192" cy="1315405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線接點 186">
            <a:extLst>
              <a:ext uri="{FF2B5EF4-FFF2-40B4-BE49-F238E27FC236}">
                <a16:creationId xmlns:a16="http://schemas.microsoft.com/office/drawing/2014/main" id="{C8CEBC32-DF50-4301-A539-5999DB26A059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73665" y="2099843"/>
            <a:ext cx="884116" cy="158016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線接點 187">
            <a:extLst>
              <a:ext uri="{FF2B5EF4-FFF2-40B4-BE49-F238E27FC236}">
                <a16:creationId xmlns:a16="http://schemas.microsoft.com/office/drawing/2014/main" id="{65DFAB1A-FD8E-4D47-B692-D0AF2212B9F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73665" y="2099843"/>
            <a:ext cx="884116" cy="181341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線接點 188">
            <a:extLst>
              <a:ext uri="{FF2B5EF4-FFF2-40B4-BE49-F238E27FC236}">
                <a16:creationId xmlns:a16="http://schemas.microsoft.com/office/drawing/2014/main" id="{43106AD9-1057-4278-A6D2-4EC920C68F2F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2369562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接點 189">
            <a:extLst>
              <a:ext uri="{FF2B5EF4-FFF2-40B4-BE49-F238E27FC236}">
                <a16:creationId xmlns:a16="http://schemas.microsoft.com/office/drawing/2014/main" id="{8966116E-FB1E-493D-9485-FD451BA5859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2369562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線接點 190">
            <a:extLst>
              <a:ext uri="{FF2B5EF4-FFF2-40B4-BE49-F238E27FC236}">
                <a16:creationId xmlns:a16="http://schemas.microsoft.com/office/drawing/2014/main" id="{3BD786DA-EA7D-48CF-877D-F9FA7CD96B5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2369562"/>
            <a:ext cx="870192" cy="55165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接點 191">
            <a:extLst>
              <a:ext uri="{FF2B5EF4-FFF2-40B4-BE49-F238E27FC236}">
                <a16:creationId xmlns:a16="http://schemas.microsoft.com/office/drawing/2014/main" id="{1933FD5F-DFF6-48F9-8D24-8697977D081D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2369562"/>
            <a:ext cx="870192" cy="77217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接點 192">
            <a:extLst>
              <a:ext uri="{FF2B5EF4-FFF2-40B4-BE49-F238E27FC236}">
                <a16:creationId xmlns:a16="http://schemas.microsoft.com/office/drawing/2014/main" id="{BB2E4F16-BA83-4CD3-96DD-A9D308BF3F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2369562"/>
            <a:ext cx="870192" cy="10361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線接點 193">
            <a:extLst>
              <a:ext uri="{FF2B5EF4-FFF2-40B4-BE49-F238E27FC236}">
                <a16:creationId xmlns:a16="http://schemas.microsoft.com/office/drawing/2014/main" id="{25C5428F-0804-48CA-83B5-5E68A257AE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2369562"/>
            <a:ext cx="870192" cy="1315405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線接點 194">
            <a:extLst>
              <a:ext uri="{FF2B5EF4-FFF2-40B4-BE49-F238E27FC236}">
                <a16:creationId xmlns:a16="http://schemas.microsoft.com/office/drawing/2014/main" id="{2A87B6D0-C4C3-46C1-972D-2A274D04598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2969" y="2369562"/>
            <a:ext cx="884116" cy="158016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線接點 195">
            <a:extLst>
              <a:ext uri="{FF2B5EF4-FFF2-40B4-BE49-F238E27FC236}">
                <a16:creationId xmlns:a16="http://schemas.microsoft.com/office/drawing/2014/main" id="{FA5C6A36-9F98-4B83-9D59-70447A51677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9174" y="2587526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接點 196">
            <a:extLst>
              <a:ext uri="{FF2B5EF4-FFF2-40B4-BE49-F238E27FC236}">
                <a16:creationId xmlns:a16="http://schemas.microsoft.com/office/drawing/2014/main" id="{BA48F037-62BC-4EEE-BCE8-FA50BCF841F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9174" y="2587526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接點 197">
            <a:extLst>
              <a:ext uri="{FF2B5EF4-FFF2-40B4-BE49-F238E27FC236}">
                <a16:creationId xmlns:a16="http://schemas.microsoft.com/office/drawing/2014/main" id="{0E82E867-EA7D-4FC4-8725-3BF3909C8E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9174" y="2587526"/>
            <a:ext cx="870192" cy="55165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接點 198">
            <a:extLst>
              <a:ext uri="{FF2B5EF4-FFF2-40B4-BE49-F238E27FC236}">
                <a16:creationId xmlns:a16="http://schemas.microsoft.com/office/drawing/2014/main" id="{E7140C91-7991-4C14-8FD2-DB172D950B94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9174" y="2587526"/>
            <a:ext cx="870192" cy="77217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線接點 199">
            <a:extLst>
              <a:ext uri="{FF2B5EF4-FFF2-40B4-BE49-F238E27FC236}">
                <a16:creationId xmlns:a16="http://schemas.microsoft.com/office/drawing/2014/main" id="{C9F19844-8A5C-4792-90EE-51CFAEF55213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9174" y="2587526"/>
            <a:ext cx="870192" cy="10361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線接點 200">
            <a:extLst>
              <a:ext uri="{FF2B5EF4-FFF2-40B4-BE49-F238E27FC236}">
                <a16:creationId xmlns:a16="http://schemas.microsoft.com/office/drawing/2014/main" id="{F76709A3-8944-42E2-899D-CD5A5C78B171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89174" y="2587526"/>
            <a:ext cx="870192" cy="1315405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接點 201">
            <a:extLst>
              <a:ext uri="{FF2B5EF4-FFF2-40B4-BE49-F238E27FC236}">
                <a16:creationId xmlns:a16="http://schemas.microsoft.com/office/drawing/2014/main" id="{676E5D65-868E-4182-926D-39AE7B35FEB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4459" y="2871170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線接點 202">
            <a:extLst>
              <a:ext uri="{FF2B5EF4-FFF2-40B4-BE49-F238E27FC236}">
                <a16:creationId xmlns:a16="http://schemas.microsoft.com/office/drawing/2014/main" id="{1633950D-EC04-4852-B81D-F6E5B908CA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4459" y="2871170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線接點 203">
            <a:extLst>
              <a:ext uri="{FF2B5EF4-FFF2-40B4-BE49-F238E27FC236}">
                <a16:creationId xmlns:a16="http://schemas.microsoft.com/office/drawing/2014/main" id="{F5B68E5F-A965-48F1-BA7B-A6B20F16DD09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4459" y="2871170"/>
            <a:ext cx="870192" cy="55165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線接點 204">
            <a:extLst>
              <a:ext uri="{FF2B5EF4-FFF2-40B4-BE49-F238E27FC236}">
                <a16:creationId xmlns:a16="http://schemas.microsoft.com/office/drawing/2014/main" id="{C807FF36-250A-48D6-9F51-C7DB47178CBB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4459" y="2871170"/>
            <a:ext cx="870192" cy="77217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線接點 205">
            <a:extLst>
              <a:ext uri="{FF2B5EF4-FFF2-40B4-BE49-F238E27FC236}">
                <a16:creationId xmlns:a16="http://schemas.microsoft.com/office/drawing/2014/main" id="{1A4D36FA-7547-4BFD-9CD8-3FE9AF4A727D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4459" y="2871170"/>
            <a:ext cx="870192" cy="10361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線接點 206">
            <a:extLst>
              <a:ext uri="{FF2B5EF4-FFF2-40B4-BE49-F238E27FC236}">
                <a16:creationId xmlns:a16="http://schemas.microsoft.com/office/drawing/2014/main" id="{CCE3A487-969E-4342-A6E6-83AAA59C22F7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3148258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線接點 207">
            <a:extLst>
              <a:ext uri="{FF2B5EF4-FFF2-40B4-BE49-F238E27FC236}">
                <a16:creationId xmlns:a16="http://schemas.microsoft.com/office/drawing/2014/main" id="{BD3480D4-1AC3-481B-B736-DA533E212C21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3148258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線接點 208">
            <a:extLst>
              <a:ext uri="{FF2B5EF4-FFF2-40B4-BE49-F238E27FC236}">
                <a16:creationId xmlns:a16="http://schemas.microsoft.com/office/drawing/2014/main" id="{D8F7CDB7-D1D7-43AD-901F-CB55D79FCC3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3148258"/>
            <a:ext cx="870192" cy="55165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線接點 209">
            <a:extLst>
              <a:ext uri="{FF2B5EF4-FFF2-40B4-BE49-F238E27FC236}">
                <a16:creationId xmlns:a16="http://schemas.microsoft.com/office/drawing/2014/main" id="{6A519EA3-58C4-4120-9ACC-A89578DDB0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96893" y="3148258"/>
            <a:ext cx="870192" cy="77217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線接點 210">
            <a:extLst>
              <a:ext uri="{FF2B5EF4-FFF2-40B4-BE49-F238E27FC236}">
                <a16:creationId xmlns:a16="http://schemas.microsoft.com/office/drawing/2014/main" id="{D4A37317-459A-44F4-89AD-042D9A5B49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01508" y="3370046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線接點 211">
            <a:extLst>
              <a:ext uri="{FF2B5EF4-FFF2-40B4-BE49-F238E27FC236}">
                <a16:creationId xmlns:a16="http://schemas.microsoft.com/office/drawing/2014/main" id="{E29D8E25-7023-40AA-BF42-A79A25D7895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01508" y="3370046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線接點 212">
            <a:extLst>
              <a:ext uri="{FF2B5EF4-FFF2-40B4-BE49-F238E27FC236}">
                <a16:creationId xmlns:a16="http://schemas.microsoft.com/office/drawing/2014/main" id="{1CAE4EB8-2156-41F0-AF56-E2AE3650D377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01508" y="3370046"/>
            <a:ext cx="870192" cy="55165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線接點 213">
            <a:extLst>
              <a:ext uri="{FF2B5EF4-FFF2-40B4-BE49-F238E27FC236}">
                <a16:creationId xmlns:a16="http://schemas.microsoft.com/office/drawing/2014/main" id="{B84857FA-9550-4F25-B3CA-46458161F6B7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06197" y="3634584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線接點 214">
            <a:extLst>
              <a:ext uri="{FF2B5EF4-FFF2-40B4-BE49-F238E27FC236}">
                <a16:creationId xmlns:a16="http://schemas.microsoft.com/office/drawing/2014/main" id="{92E4C687-4B98-499B-8019-95FB42BCDFB9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06197" y="3634584"/>
            <a:ext cx="870192" cy="29151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線接點 215">
            <a:extLst>
              <a:ext uri="{FF2B5EF4-FFF2-40B4-BE49-F238E27FC236}">
                <a16:creationId xmlns:a16="http://schemas.microsoft.com/office/drawing/2014/main" id="{D1FB622C-59E0-47E9-A5FA-11DD652F06B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79649" y="3891459"/>
            <a:ext cx="870192" cy="510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線接點 262">
            <a:extLst>
              <a:ext uri="{FF2B5EF4-FFF2-40B4-BE49-F238E27FC236}">
                <a16:creationId xmlns:a16="http://schemas.microsoft.com/office/drawing/2014/main" id="{C195B980-474E-42B3-AA8A-B16E3EF5C7B3}"/>
              </a:ext>
            </a:extLst>
          </p:cNvPr>
          <p:cNvCxnSpPr>
            <a:cxnSpLocks/>
          </p:cNvCxnSpPr>
          <p:nvPr/>
        </p:nvCxnSpPr>
        <p:spPr>
          <a:xfrm flipH="1" flipV="1">
            <a:off x="9620480" y="1894038"/>
            <a:ext cx="837763" cy="61145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線接點 265">
            <a:extLst>
              <a:ext uri="{FF2B5EF4-FFF2-40B4-BE49-F238E27FC236}">
                <a16:creationId xmlns:a16="http://schemas.microsoft.com/office/drawing/2014/main" id="{7F05E8E4-2D18-4F95-B26A-8E7893EFAD5C}"/>
              </a:ext>
            </a:extLst>
          </p:cNvPr>
          <p:cNvCxnSpPr>
            <a:cxnSpLocks/>
          </p:cNvCxnSpPr>
          <p:nvPr/>
        </p:nvCxnSpPr>
        <p:spPr>
          <a:xfrm flipH="1" flipV="1">
            <a:off x="9618896" y="1894038"/>
            <a:ext cx="848293" cy="8616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直線接點 268">
            <a:extLst>
              <a:ext uri="{FF2B5EF4-FFF2-40B4-BE49-F238E27FC236}">
                <a16:creationId xmlns:a16="http://schemas.microsoft.com/office/drawing/2014/main" id="{8DCFCA8A-4A49-4A77-92AE-AE0E0A704050}"/>
              </a:ext>
            </a:extLst>
          </p:cNvPr>
          <p:cNvCxnSpPr>
            <a:cxnSpLocks/>
          </p:cNvCxnSpPr>
          <p:nvPr/>
        </p:nvCxnSpPr>
        <p:spPr>
          <a:xfrm flipH="1" flipV="1">
            <a:off x="9603388" y="1894038"/>
            <a:ext cx="851574" cy="1112510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線接點 271">
            <a:extLst>
              <a:ext uri="{FF2B5EF4-FFF2-40B4-BE49-F238E27FC236}">
                <a16:creationId xmlns:a16="http://schemas.microsoft.com/office/drawing/2014/main" id="{28EC42C5-1616-4394-88A3-C2A16DA3EB9F}"/>
              </a:ext>
            </a:extLst>
          </p:cNvPr>
          <p:cNvCxnSpPr>
            <a:cxnSpLocks/>
          </p:cNvCxnSpPr>
          <p:nvPr/>
        </p:nvCxnSpPr>
        <p:spPr>
          <a:xfrm flipH="1" flipV="1">
            <a:off x="9618896" y="1894038"/>
            <a:ext cx="848293" cy="139997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線接點 277">
            <a:extLst>
              <a:ext uri="{FF2B5EF4-FFF2-40B4-BE49-F238E27FC236}">
                <a16:creationId xmlns:a16="http://schemas.microsoft.com/office/drawing/2014/main" id="{09B9562C-9356-4C47-9CB9-243A385CC56E}"/>
              </a:ext>
            </a:extLst>
          </p:cNvPr>
          <p:cNvCxnSpPr>
            <a:cxnSpLocks/>
          </p:cNvCxnSpPr>
          <p:nvPr/>
        </p:nvCxnSpPr>
        <p:spPr>
          <a:xfrm flipH="1" flipV="1">
            <a:off x="9633749" y="2130916"/>
            <a:ext cx="837763" cy="61145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直線接點 278">
            <a:extLst>
              <a:ext uri="{FF2B5EF4-FFF2-40B4-BE49-F238E27FC236}">
                <a16:creationId xmlns:a16="http://schemas.microsoft.com/office/drawing/2014/main" id="{4A8CC700-D6DC-4FD6-9A00-E33529009AB2}"/>
              </a:ext>
            </a:extLst>
          </p:cNvPr>
          <p:cNvCxnSpPr>
            <a:cxnSpLocks/>
          </p:cNvCxnSpPr>
          <p:nvPr/>
        </p:nvCxnSpPr>
        <p:spPr>
          <a:xfrm flipH="1" flipV="1">
            <a:off x="9632166" y="2130917"/>
            <a:ext cx="843565" cy="884810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線接點 279">
            <a:extLst>
              <a:ext uri="{FF2B5EF4-FFF2-40B4-BE49-F238E27FC236}">
                <a16:creationId xmlns:a16="http://schemas.microsoft.com/office/drawing/2014/main" id="{7E46D0F8-0F64-416A-B7E1-4E8DA5B9C93F}"/>
              </a:ext>
            </a:extLst>
          </p:cNvPr>
          <p:cNvCxnSpPr>
            <a:cxnSpLocks/>
          </p:cNvCxnSpPr>
          <p:nvPr/>
        </p:nvCxnSpPr>
        <p:spPr>
          <a:xfrm flipH="1" flipV="1">
            <a:off x="9616657" y="2130916"/>
            <a:ext cx="851574" cy="1112510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直線接點 285">
            <a:extLst>
              <a:ext uri="{FF2B5EF4-FFF2-40B4-BE49-F238E27FC236}">
                <a16:creationId xmlns:a16="http://schemas.microsoft.com/office/drawing/2014/main" id="{F48BDC90-11E0-4698-AE04-59BC3427B529}"/>
              </a:ext>
            </a:extLst>
          </p:cNvPr>
          <p:cNvCxnSpPr>
            <a:cxnSpLocks/>
          </p:cNvCxnSpPr>
          <p:nvPr/>
        </p:nvCxnSpPr>
        <p:spPr>
          <a:xfrm flipH="1" flipV="1">
            <a:off x="9618897" y="2363643"/>
            <a:ext cx="856834" cy="65208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直線接點 286">
            <a:extLst>
              <a:ext uri="{FF2B5EF4-FFF2-40B4-BE49-F238E27FC236}">
                <a16:creationId xmlns:a16="http://schemas.microsoft.com/office/drawing/2014/main" id="{32DB7693-1239-4F30-8762-409C437037E8}"/>
              </a:ext>
            </a:extLst>
          </p:cNvPr>
          <p:cNvCxnSpPr>
            <a:cxnSpLocks/>
          </p:cNvCxnSpPr>
          <p:nvPr/>
        </p:nvCxnSpPr>
        <p:spPr>
          <a:xfrm flipH="1" flipV="1">
            <a:off x="9613375" y="2373733"/>
            <a:ext cx="848293" cy="8616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線接點 289">
            <a:extLst>
              <a:ext uri="{FF2B5EF4-FFF2-40B4-BE49-F238E27FC236}">
                <a16:creationId xmlns:a16="http://schemas.microsoft.com/office/drawing/2014/main" id="{6038CB00-4C7F-4F78-86D9-769F874E7F31}"/>
              </a:ext>
            </a:extLst>
          </p:cNvPr>
          <p:cNvCxnSpPr>
            <a:cxnSpLocks/>
          </p:cNvCxnSpPr>
          <p:nvPr/>
        </p:nvCxnSpPr>
        <p:spPr>
          <a:xfrm flipH="1" flipV="1">
            <a:off x="9633749" y="2637585"/>
            <a:ext cx="837763" cy="61145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線接點 293">
            <a:extLst>
              <a:ext uri="{FF2B5EF4-FFF2-40B4-BE49-F238E27FC236}">
                <a16:creationId xmlns:a16="http://schemas.microsoft.com/office/drawing/2014/main" id="{DD53D8A1-82A3-4021-B0F8-CE0FF6036F3B}"/>
              </a:ext>
            </a:extLst>
          </p:cNvPr>
          <p:cNvCxnSpPr>
            <a:cxnSpLocks/>
          </p:cNvCxnSpPr>
          <p:nvPr/>
        </p:nvCxnSpPr>
        <p:spPr>
          <a:xfrm flipV="1">
            <a:off x="9587930" y="2546122"/>
            <a:ext cx="928794" cy="61145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線接點 294">
            <a:extLst>
              <a:ext uri="{FF2B5EF4-FFF2-40B4-BE49-F238E27FC236}">
                <a16:creationId xmlns:a16="http://schemas.microsoft.com/office/drawing/2014/main" id="{8AD88BE8-7190-4EB3-8DC1-499A26456489}"/>
              </a:ext>
            </a:extLst>
          </p:cNvPr>
          <p:cNvCxnSpPr>
            <a:cxnSpLocks/>
          </p:cNvCxnSpPr>
          <p:nvPr/>
        </p:nvCxnSpPr>
        <p:spPr>
          <a:xfrm flipV="1">
            <a:off x="9609970" y="2518454"/>
            <a:ext cx="858261" cy="88517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線接點 295">
            <a:extLst>
              <a:ext uri="{FF2B5EF4-FFF2-40B4-BE49-F238E27FC236}">
                <a16:creationId xmlns:a16="http://schemas.microsoft.com/office/drawing/2014/main" id="{522309AB-E8F1-45C4-BFED-A1970A0AC8ED}"/>
              </a:ext>
            </a:extLst>
          </p:cNvPr>
          <p:cNvCxnSpPr>
            <a:cxnSpLocks/>
          </p:cNvCxnSpPr>
          <p:nvPr/>
        </p:nvCxnSpPr>
        <p:spPr>
          <a:xfrm flipV="1">
            <a:off x="9591567" y="2505491"/>
            <a:ext cx="876664" cy="115314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線接點 296">
            <a:extLst>
              <a:ext uri="{FF2B5EF4-FFF2-40B4-BE49-F238E27FC236}">
                <a16:creationId xmlns:a16="http://schemas.microsoft.com/office/drawing/2014/main" id="{D6E86B63-87F8-4BC3-B6A0-67A5033ED1B2}"/>
              </a:ext>
            </a:extLst>
          </p:cNvPr>
          <p:cNvCxnSpPr>
            <a:cxnSpLocks/>
          </p:cNvCxnSpPr>
          <p:nvPr/>
        </p:nvCxnSpPr>
        <p:spPr>
          <a:xfrm flipV="1">
            <a:off x="9615423" y="2513404"/>
            <a:ext cx="860308" cy="138791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線接點 297">
            <a:extLst>
              <a:ext uri="{FF2B5EF4-FFF2-40B4-BE49-F238E27FC236}">
                <a16:creationId xmlns:a16="http://schemas.microsoft.com/office/drawing/2014/main" id="{F0A57D45-B1B3-4EBF-AAAA-4EE5FB261E91}"/>
              </a:ext>
            </a:extLst>
          </p:cNvPr>
          <p:cNvCxnSpPr>
            <a:cxnSpLocks/>
          </p:cNvCxnSpPr>
          <p:nvPr/>
        </p:nvCxnSpPr>
        <p:spPr>
          <a:xfrm flipV="1">
            <a:off x="9615423" y="2778162"/>
            <a:ext cx="846043" cy="62957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直線接點 298">
            <a:extLst>
              <a:ext uri="{FF2B5EF4-FFF2-40B4-BE49-F238E27FC236}">
                <a16:creationId xmlns:a16="http://schemas.microsoft.com/office/drawing/2014/main" id="{197B2CA1-A81E-4274-A3C8-96DF63EBC36A}"/>
              </a:ext>
            </a:extLst>
          </p:cNvPr>
          <p:cNvCxnSpPr>
            <a:cxnSpLocks/>
          </p:cNvCxnSpPr>
          <p:nvPr/>
        </p:nvCxnSpPr>
        <p:spPr>
          <a:xfrm flipV="1">
            <a:off x="9598837" y="2780441"/>
            <a:ext cx="862629" cy="864144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線接點 299">
            <a:extLst>
              <a:ext uri="{FF2B5EF4-FFF2-40B4-BE49-F238E27FC236}">
                <a16:creationId xmlns:a16="http://schemas.microsoft.com/office/drawing/2014/main" id="{7556998E-D2F7-4942-995E-8F2B58F01A9E}"/>
              </a:ext>
            </a:extLst>
          </p:cNvPr>
          <p:cNvCxnSpPr>
            <a:cxnSpLocks/>
          </p:cNvCxnSpPr>
          <p:nvPr/>
        </p:nvCxnSpPr>
        <p:spPr>
          <a:xfrm flipV="1">
            <a:off x="9576857" y="2783000"/>
            <a:ext cx="891374" cy="1112510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直線接點 300">
            <a:extLst>
              <a:ext uri="{FF2B5EF4-FFF2-40B4-BE49-F238E27FC236}">
                <a16:creationId xmlns:a16="http://schemas.microsoft.com/office/drawing/2014/main" id="{D5ADE3DB-5FF5-442D-882F-7FF3FD1B9076}"/>
              </a:ext>
            </a:extLst>
          </p:cNvPr>
          <p:cNvCxnSpPr>
            <a:cxnSpLocks/>
          </p:cNvCxnSpPr>
          <p:nvPr/>
        </p:nvCxnSpPr>
        <p:spPr>
          <a:xfrm flipV="1">
            <a:off x="9604814" y="3026504"/>
            <a:ext cx="870917" cy="62446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直線接點 301">
            <a:extLst>
              <a:ext uri="{FF2B5EF4-FFF2-40B4-BE49-F238E27FC236}">
                <a16:creationId xmlns:a16="http://schemas.microsoft.com/office/drawing/2014/main" id="{64872AFF-C9E3-4691-807A-E638F627DD53}"/>
              </a:ext>
            </a:extLst>
          </p:cNvPr>
          <p:cNvCxnSpPr>
            <a:cxnSpLocks/>
          </p:cNvCxnSpPr>
          <p:nvPr/>
        </p:nvCxnSpPr>
        <p:spPr>
          <a:xfrm flipV="1">
            <a:off x="9601867" y="3029681"/>
            <a:ext cx="866364" cy="867531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線接點 302">
            <a:extLst>
              <a:ext uri="{FF2B5EF4-FFF2-40B4-BE49-F238E27FC236}">
                <a16:creationId xmlns:a16="http://schemas.microsoft.com/office/drawing/2014/main" id="{A5296CFE-EDD6-404D-B931-6ED57269A901}"/>
              </a:ext>
            </a:extLst>
          </p:cNvPr>
          <p:cNvCxnSpPr>
            <a:cxnSpLocks/>
          </p:cNvCxnSpPr>
          <p:nvPr/>
        </p:nvCxnSpPr>
        <p:spPr>
          <a:xfrm flipV="1">
            <a:off x="9606696" y="3294015"/>
            <a:ext cx="854770" cy="61885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線接點 305">
            <a:extLst>
              <a:ext uri="{FF2B5EF4-FFF2-40B4-BE49-F238E27FC236}">
                <a16:creationId xmlns:a16="http://schemas.microsoft.com/office/drawing/2014/main" id="{F6F0FEEB-E66F-4617-AEA9-6F509BCAF251}"/>
              </a:ext>
            </a:extLst>
          </p:cNvPr>
          <p:cNvCxnSpPr>
            <a:cxnSpLocks/>
          </p:cNvCxnSpPr>
          <p:nvPr/>
        </p:nvCxnSpPr>
        <p:spPr>
          <a:xfrm flipV="1">
            <a:off x="9613147" y="3019437"/>
            <a:ext cx="867191" cy="40041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線接點 306">
            <a:extLst>
              <a:ext uri="{FF2B5EF4-FFF2-40B4-BE49-F238E27FC236}">
                <a16:creationId xmlns:a16="http://schemas.microsoft.com/office/drawing/2014/main" id="{970CD0DB-04F5-4575-B65A-9E4548BE326C}"/>
              </a:ext>
            </a:extLst>
          </p:cNvPr>
          <p:cNvCxnSpPr>
            <a:cxnSpLocks/>
          </p:cNvCxnSpPr>
          <p:nvPr/>
        </p:nvCxnSpPr>
        <p:spPr>
          <a:xfrm flipH="1">
            <a:off x="9632165" y="2777388"/>
            <a:ext cx="829301" cy="8596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線接點 307">
            <a:extLst>
              <a:ext uri="{FF2B5EF4-FFF2-40B4-BE49-F238E27FC236}">
                <a16:creationId xmlns:a16="http://schemas.microsoft.com/office/drawing/2014/main" id="{9A9E5E8A-9F3D-4D8C-A563-5B861C83943C}"/>
              </a:ext>
            </a:extLst>
          </p:cNvPr>
          <p:cNvCxnSpPr>
            <a:cxnSpLocks/>
          </p:cNvCxnSpPr>
          <p:nvPr/>
        </p:nvCxnSpPr>
        <p:spPr>
          <a:xfrm>
            <a:off x="9615423" y="2887627"/>
            <a:ext cx="864915" cy="37729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線接點 308">
            <a:extLst>
              <a:ext uri="{FF2B5EF4-FFF2-40B4-BE49-F238E27FC236}">
                <a16:creationId xmlns:a16="http://schemas.microsoft.com/office/drawing/2014/main" id="{77A8871B-0208-41B8-8729-DD15150A0A1B}"/>
              </a:ext>
            </a:extLst>
          </p:cNvPr>
          <p:cNvCxnSpPr>
            <a:cxnSpLocks/>
          </p:cNvCxnSpPr>
          <p:nvPr/>
        </p:nvCxnSpPr>
        <p:spPr>
          <a:xfrm flipV="1">
            <a:off x="9621167" y="3270532"/>
            <a:ext cx="833795" cy="38528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線接點 309">
            <a:extLst>
              <a:ext uri="{FF2B5EF4-FFF2-40B4-BE49-F238E27FC236}">
                <a16:creationId xmlns:a16="http://schemas.microsoft.com/office/drawing/2014/main" id="{42651845-ADC6-4A65-B3E3-7DDDC2FFFBAB}"/>
              </a:ext>
            </a:extLst>
          </p:cNvPr>
          <p:cNvCxnSpPr>
            <a:cxnSpLocks/>
          </p:cNvCxnSpPr>
          <p:nvPr/>
        </p:nvCxnSpPr>
        <p:spPr>
          <a:xfrm flipH="1" flipV="1">
            <a:off x="9623650" y="2872990"/>
            <a:ext cx="857534" cy="15225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線接點 310">
            <a:extLst>
              <a:ext uri="{FF2B5EF4-FFF2-40B4-BE49-F238E27FC236}">
                <a16:creationId xmlns:a16="http://schemas.microsoft.com/office/drawing/2014/main" id="{3E1C2AF0-98F0-4606-A4F7-6F6335D50A85}"/>
              </a:ext>
            </a:extLst>
          </p:cNvPr>
          <p:cNvCxnSpPr>
            <a:cxnSpLocks/>
          </p:cNvCxnSpPr>
          <p:nvPr/>
        </p:nvCxnSpPr>
        <p:spPr>
          <a:xfrm flipH="1">
            <a:off x="9611312" y="3025247"/>
            <a:ext cx="871285" cy="12556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線接點 311">
            <a:extLst>
              <a:ext uri="{FF2B5EF4-FFF2-40B4-BE49-F238E27FC236}">
                <a16:creationId xmlns:a16="http://schemas.microsoft.com/office/drawing/2014/main" id="{DBA85C18-B2C2-4732-8188-5763521F5281}"/>
              </a:ext>
            </a:extLst>
          </p:cNvPr>
          <p:cNvCxnSpPr>
            <a:cxnSpLocks/>
          </p:cNvCxnSpPr>
          <p:nvPr/>
        </p:nvCxnSpPr>
        <p:spPr>
          <a:xfrm flipH="1">
            <a:off x="9623650" y="3276144"/>
            <a:ext cx="856688" cy="12748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線接點 328">
            <a:extLst>
              <a:ext uri="{FF2B5EF4-FFF2-40B4-BE49-F238E27FC236}">
                <a16:creationId xmlns:a16="http://schemas.microsoft.com/office/drawing/2014/main" id="{8AFC4491-0225-472E-A4E4-49A8C4B50AAC}"/>
              </a:ext>
            </a:extLst>
          </p:cNvPr>
          <p:cNvCxnSpPr>
            <a:cxnSpLocks/>
          </p:cNvCxnSpPr>
          <p:nvPr/>
        </p:nvCxnSpPr>
        <p:spPr>
          <a:xfrm>
            <a:off x="9623650" y="3164335"/>
            <a:ext cx="837816" cy="11906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線接點 331">
            <a:extLst>
              <a:ext uri="{FF2B5EF4-FFF2-40B4-BE49-F238E27FC236}">
                <a16:creationId xmlns:a16="http://schemas.microsoft.com/office/drawing/2014/main" id="{C6BDBA92-3EB2-40F0-8834-E16EA240E7D6}"/>
              </a:ext>
            </a:extLst>
          </p:cNvPr>
          <p:cNvCxnSpPr>
            <a:cxnSpLocks/>
          </p:cNvCxnSpPr>
          <p:nvPr/>
        </p:nvCxnSpPr>
        <p:spPr>
          <a:xfrm flipV="1">
            <a:off x="9610888" y="2765567"/>
            <a:ext cx="857343" cy="391510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線接點 334">
            <a:extLst>
              <a:ext uri="{FF2B5EF4-FFF2-40B4-BE49-F238E27FC236}">
                <a16:creationId xmlns:a16="http://schemas.microsoft.com/office/drawing/2014/main" id="{00046301-851E-4187-A2C1-9F8BFC3B2030}"/>
              </a:ext>
            </a:extLst>
          </p:cNvPr>
          <p:cNvCxnSpPr>
            <a:cxnSpLocks/>
          </p:cNvCxnSpPr>
          <p:nvPr/>
        </p:nvCxnSpPr>
        <p:spPr>
          <a:xfrm>
            <a:off x="9615131" y="2622678"/>
            <a:ext cx="853100" cy="149116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線接點 337">
            <a:extLst>
              <a:ext uri="{FF2B5EF4-FFF2-40B4-BE49-F238E27FC236}">
                <a16:creationId xmlns:a16="http://schemas.microsoft.com/office/drawing/2014/main" id="{8100C0C2-82AD-4361-A035-F2BDF5AC5FD5}"/>
              </a:ext>
            </a:extLst>
          </p:cNvPr>
          <p:cNvCxnSpPr>
            <a:cxnSpLocks/>
          </p:cNvCxnSpPr>
          <p:nvPr/>
        </p:nvCxnSpPr>
        <p:spPr>
          <a:xfrm>
            <a:off x="9619885" y="2616481"/>
            <a:ext cx="841581" cy="39387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直線接點 340">
            <a:extLst>
              <a:ext uri="{FF2B5EF4-FFF2-40B4-BE49-F238E27FC236}">
                <a16:creationId xmlns:a16="http://schemas.microsoft.com/office/drawing/2014/main" id="{3DAA5360-4F97-4C80-ACAB-4CC3A346C777}"/>
              </a:ext>
            </a:extLst>
          </p:cNvPr>
          <p:cNvCxnSpPr>
            <a:cxnSpLocks/>
          </p:cNvCxnSpPr>
          <p:nvPr/>
        </p:nvCxnSpPr>
        <p:spPr>
          <a:xfrm flipV="1">
            <a:off x="9620480" y="2493898"/>
            <a:ext cx="855251" cy="38022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線接點 346">
            <a:extLst>
              <a:ext uri="{FF2B5EF4-FFF2-40B4-BE49-F238E27FC236}">
                <a16:creationId xmlns:a16="http://schemas.microsoft.com/office/drawing/2014/main" id="{7CFF8BAF-2DA0-488F-8962-8CDA67B057C5}"/>
              </a:ext>
            </a:extLst>
          </p:cNvPr>
          <p:cNvCxnSpPr>
            <a:cxnSpLocks/>
          </p:cNvCxnSpPr>
          <p:nvPr/>
        </p:nvCxnSpPr>
        <p:spPr>
          <a:xfrm flipV="1">
            <a:off x="9651841" y="2508970"/>
            <a:ext cx="822442" cy="60886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直線接點 350">
            <a:extLst>
              <a:ext uri="{FF2B5EF4-FFF2-40B4-BE49-F238E27FC236}">
                <a16:creationId xmlns:a16="http://schemas.microsoft.com/office/drawing/2014/main" id="{9271B5B6-0456-4263-9B43-485F55176E57}"/>
              </a:ext>
            </a:extLst>
          </p:cNvPr>
          <p:cNvCxnSpPr>
            <a:cxnSpLocks/>
          </p:cNvCxnSpPr>
          <p:nvPr/>
        </p:nvCxnSpPr>
        <p:spPr>
          <a:xfrm flipH="1" flipV="1">
            <a:off x="9610888" y="2116172"/>
            <a:ext cx="850578" cy="389319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線接點 353">
            <a:extLst>
              <a:ext uri="{FF2B5EF4-FFF2-40B4-BE49-F238E27FC236}">
                <a16:creationId xmlns:a16="http://schemas.microsoft.com/office/drawing/2014/main" id="{9CA6C9E2-9E5A-4C77-B7EA-004D6E30CA28}"/>
              </a:ext>
            </a:extLst>
          </p:cNvPr>
          <p:cNvCxnSpPr>
            <a:cxnSpLocks/>
          </p:cNvCxnSpPr>
          <p:nvPr/>
        </p:nvCxnSpPr>
        <p:spPr>
          <a:xfrm flipH="1" flipV="1">
            <a:off x="9618896" y="2363644"/>
            <a:ext cx="842570" cy="14184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接點 356">
            <a:extLst>
              <a:ext uri="{FF2B5EF4-FFF2-40B4-BE49-F238E27FC236}">
                <a16:creationId xmlns:a16="http://schemas.microsoft.com/office/drawing/2014/main" id="{0A5342AB-924C-4A00-A66A-C279EC87F6FD}"/>
              </a:ext>
            </a:extLst>
          </p:cNvPr>
          <p:cNvCxnSpPr>
            <a:cxnSpLocks/>
          </p:cNvCxnSpPr>
          <p:nvPr/>
        </p:nvCxnSpPr>
        <p:spPr>
          <a:xfrm flipH="1" flipV="1">
            <a:off x="9610888" y="2363644"/>
            <a:ext cx="850578" cy="40192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直線接點 362">
            <a:extLst>
              <a:ext uri="{FF2B5EF4-FFF2-40B4-BE49-F238E27FC236}">
                <a16:creationId xmlns:a16="http://schemas.microsoft.com/office/drawing/2014/main" id="{449A7BCE-6AB1-46F1-8BA7-54A6C8DFD844}"/>
              </a:ext>
            </a:extLst>
          </p:cNvPr>
          <p:cNvCxnSpPr>
            <a:cxnSpLocks/>
          </p:cNvCxnSpPr>
          <p:nvPr/>
        </p:nvCxnSpPr>
        <p:spPr>
          <a:xfrm flipH="1">
            <a:off x="9618896" y="2513404"/>
            <a:ext cx="849335" cy="109275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矩形 263">
                <a:extLst>
                  <a:ext uri="{FF2B5EF4-FFF2-40B4-BE49-F238E27FC236}">
                    <a16:creationId xmlns:a16="http://schemas.microsoft.com/office/drawing/2014/main" id="{FBB93BE3-C3DA-42F3-8EF3-36D7B8961B64}"/>
                  </a:ext>
                </a:extLst>
              </p:cNvPr>
              <p:cNvSpPr/>
              <p:nvPr/>
            </p:nvSpPr>
            <p:spPr>
              <a:xfrm>
                <a:off x="6550392" y="4282414"/>
                <a:ext cx="5117427" cy="13502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dirty="0">
                    <a:solidFill>
                      <a:schemeClr val="tx1"/>
                    </a:solidFill>
                  </a:rPr>
                  <a:t>可以看到如果要計算第一項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 就會很複雜了</a:t>
                </a:r>
                <a:endParaRPr lang="en-US" altLang="zh-TW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dirty="0">
                    <a:solidFill>
                      <a:schemeClr val="tx1"/>
                    </a:solidFill>
                  </a:rPr>
                  <a:t>因為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並不是直接影響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，而是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間接影響</a:t>
                </a:r>
              </a:p>
            </p:txBody>
          </p:sp>
        </mc:Choice>
        <mc:Fallback xmlns="">
          <p:sp>
            <p:nvSpPr>
              <p:cNvPr id="264" name="矩形 263">
                <a:extLst>
                  <a:ext uri="{FF2B5EF4-FFF2-40B4-BE49-F238E27FC236}">
                    <a16:creationId xmlns:a16="http://schemas.microsoft.com/office/drawing/2014/main" id="{FBB93BE3-C3DA-42F3-8EF3-36D7B8961B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392" y="4282414"/>
                <a:ext cx="5117427" cy="1350241"/>
              </a:xfrm>
              <a:prstGeom prst="rect">
                <a:avLst/>
              </a:prstGeom>
              <a:blipFill>
                <a:blip r:embed="rId8"/>
                <a:stretch>
                  <a:fillRect l="-1073" r="-358" b="-63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文字方塊 264">
                <a:extLst>
                  <a:ext uri="{FF2B5EF4-FFF2-40B4-BE49-F238E27FC236}">
                    <a16:creationId xmlns:a16="http://schemas.microsoft.com/office/drawing/2014/main" id="{43ECE726-75B7-4113-B9F1-F9FD45DD773A}"/>
                  </a:ext>
                </a:extLst>
              </p:cNvPr>
              <p:cNvSpPr txBox="1"/>
              <p:nvPr/>
            </p:nvSpPr>
            <p:spPr>
              <a:xfrm>
                <a:off x="7995874" y="1298559"/>
                <a:ext cx="19105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>
                    <a:solidFill>
                      <a:srgbClr val="00B050"/>
                    </a:solidFill>
                  </a:rPr>
                  <a:t>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B050"/>
                    </a:solidFill>
                  </a:rPr>
                  <a:t>有關的路徑</a:t>
                </a:r>
              </a:p>
            </p:txBody>
          </p:sp>
        </mc:Choice>
        <mc:Fallback xmlns="">
          <p:sp>
            <p:nvSpPr>
              <p:cNvPr id="265" name="文字方塊 264">
                <a:extLst>
                  <a:ext uri="{FF2B5EF4-FFF2-40B4-BE49-F238E27FC236}">
                    <a16:creationId xmlns:a16="http://schemas.microsoft.com/office/drawing/2014/main" id="{43ECE726-75B7-4113-B9F1-F9FD45DD7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874" y="1298559"/>
                <a:ext cx="1910521" cy="369332"/>
              </a:xfrm>
              <a:prstGeom prst="rect">
                <a:avLst/>
              </a:prstGeom>
              <a:blipFill>
                <a:blip r:embed="rId9"/>
                <a:stretch>
                  <a:fillRect l="-2875" t="-655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602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F9196F9-B131-401D-979A-08045FFBC5E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sz="4400" dirty="0"/>
              <a:t>Chain Rule</a:t>
            </a:r>
            <a:r>
              <a:rPr lang="zh-TW" altLang="en-US" sz="4400" dirty="0"/>
              <a:t>複習</a:t>
            </a:r>
            <a:endParaRPr lang="en-US" altLang="zh-TW" sz="4400" dirty="0"/>
          </a:p>
        </p:txBody>
      </p:sp>
      <p:cxnSp>
        <p:nvCxnSpPr>
          <p:cNvPr id="153" name="直線接點 152">
            <a:extLst>
              <a:ext uri="{FF2B5EF4-FFF2-40B4-BE49-F238E27FC236}">
                <a16:creationId xmlns:a16="http://schemas.microsoft.com/office/drawing/2014/main" id="{D260D964-BA24-4045-AF4A-78CE086EC311}"/>
              </a:ext>
            </a:extLst>
          </p:cNvPr>
          <p:cNvCxnSpPr>
            <a:cxnSpLocks/>
          </p:cNvCxnSpPr>
          <p:nvPr/>
        </p:nvCxnSpPr>
        <p:spPr>
          <a:xfrm>
            <a:off x="5898777" y="1390650"/>
            <a:ext cx="0" cy="4791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4DB41A73-A454-41EA-99AF-1CA463129821}"/>
              </a:ext>
            </a:extLst>
          </p:cNvPr>
          <p:cNvSpPr txBox="1"/>
          <p:nvPr/>
        </p:nvSpPr>
        <p:spPr>
          <a:xfrm>
            <a:off x="621792" y="1390650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Case 1:</a:t>
            </a:r>
            <a:endParaRPr lang="zh-TW" altLang="en-US" dirty="0"/>
          </a:p>
        </p:txBody>
      </p:sp>
      <p:sp>
        <p:nvSpPr>
          <p:cNvPr id="154" name="文字方塊 153">
            <a:extLst>
              <a:ext uri="{FF2B5EF4-FFF2-40B4-BE49-F238E27FC236}">
                <a16:creationId xmlns:a16="http://schemas.microsoft.com/office/drawing/2014/main" id="{D37CDB07-CF79-4A9F-B144-083D23DBB6AE}"/>
              </a:ext>
            </a:extLst>
          </p:cNvPr>
          <p:cNvSpPr txBox="1"/>
          <p:nvPr/>
        </p:nvSpPr>
        <p:spPr>
          <a:xfrm>
            <a:off x="6293224" y="1390650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Case 2: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6623471-BBCC-4675-A1C2-A5FF1414BF5F}"/>
                  </a:ext>
                </a:extLst>
              </p:cNvPr>
              <p:cNvSpPr/>
              <p:nvPr/>
            </p:nvSpPr>
            <p:spPr>
              <a:xfrm>
                <a:off x="1492543" y="2134896"/>
                <a:ext cx="11453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6623471-BBCC-4675-A1C2-A5FF1414BF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543" y="2134896"/>
                <a:ext cx="1145378" cy="369332"/>
              </a:xfrm>
              <a:prstGeom prst="rect">
                <a:avLst/>
              </a:prstGeom>
              <a:blipFill>
                <a:blip r:embed="rId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8236D6E9-3FE6-4137-B0A4-51AE113802A3}"/>
                  </a:ext>
                </a:extLst>
              </p:cNvPr>
              <p:cNvSpPr/>
              <p:nvPr/>
            </p:nvSpPr>
            <p:spPr>
              <a:xfrm>
                <a:off x="3037208" y="2134896"/>
                <a:ext cx="11175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8236D6E9-3FE6-4137-B0A4-51AE113802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208" y="2134896"/>
                <a:ext cx="1117550" cy="369332"/>
              </a:xfrm>
              <a:prstGeom prst="rect">
                <a:avLst/>
              </a:prstGeom>
              <a:blipFill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BB68DC2B-3AB3-4DFC-8F0A-7BA3FEAD60E2}"/>
                  </a:ext>
                </a:extLst>
              </p:cNvPr>
              <p:cNvSpPr/>
              <p:nvPr/>
            </p:nvSpPr>
            <p:spPr>
              <a:xfrm>
                <a:off x="6984507" y="2134896"/>
                <a:ext cx="11229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BB68DC2B-3AB3-4DFC-8F0A-7BA3FEAD60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507" y="2134896"/>
                <a:ext cx="1122936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18E4AEA3-E281-4150-9E8B-EEE72BB04702}"/>
                  </a:ext>
                </a:extLst>
              </p:cNvPr>
              <p:cNvSpPr/>
              <p:nvPr/>
            </p:nvSpPr>
            <p:spPr>
              <a:xfrm>
                <a:off x="8398682" y="2134896"/>
                <a:ext cx="11135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18E4AEA3-E281-4150-9E8B-EEE72BB047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682" y="2134896"/>
                <a:ext cx="1113510" cy="369332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AB409006-D3FE-41C9-ACA3-7B8D231AA1A4}"/>
                  </a:ext>
                </a:extLst>
              </p:cNvPr>
              <p:cNvSpPr/>
              <p:nvPr/>
            </p:nvSpPr>
            <p:spPr>
              <a:xfrm>
                <a:off x="9803333" y="2134896"/>
                <a:ext cx="12002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b="0" dirty="0"/>
                  <a:t>z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AB409006-D3FE-41C9-ACA3-7B8D231AA1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3333" y="2134896"/>
                <a:ext cx="1200265" cy="369332"/>
              </a:xfrm>
              <a:prstGeom prst="rect">
                <a:avLst/>
              </a:prstGeom>
              <a:blipFill>
                <a:blip r:embed="rId6"/>
                <a:stretch>
                  <a:fillRect l="-4061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35645D-5201-470D-A0DC-A77339A99CF6}"/>
                  </a:ext>
                </a:extLst>
              </p:cNvPr>
              <p:cNvSpPr txBox="1"/>
              <p:nvPr/>
            </p:nvSpPr>
            <p:spPr>
              <a:xfrm>
                <a:off x="993729" y="3114928"/>
                <a:ext cx="344713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i="1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TW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TW" altLang="en-US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zh-TW" altLang="en-US" i="1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TW" altLang="en-US" i="1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zh-TW" altLang="en-US" i="1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35645D-5201-470D-A0DC-A77339A99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729" y="3114928"/>
                <a:ext cx="3447137" cy="276999"/>
              </a:xfrm>
              <a:prstGeom prst="rect">
                <a:avLst/>
              </a:prstGeom>
              <a:blipFill>
                <a:blip r:embed="rId7"/>
                <a:stretch>
                  <a:fillRect b="-2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8AE92FC-9843-4FE6-BABA-B20F75F40BD1}"/>
                  </a:ext>
                </a:extLst>
              </p:cNvPr>
              <p:cNvSpPr txBox="1"/>
              <p:nvPr/>
            </p:nvSpPr>
            <p:spPr>
              <a:xfrm>
                <a:off x="1300923" y="3934305"/>
                <a:ext cx="2988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/>
                  <a:t>改變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TW" altLang="en-US" dirty="0"/>
                  <a:t> 就會改變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TW" altLang="en-US" dirty="0"/>
                  <a:t> 就會改變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8AE92FC-9843-4FE6-BABA-B20F75F40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923" y="3934305"/>
                <a:ext cx="2988832" cy="369332"/>
              </a:xfrm>
              <a:prstGeom prst="rect">
                <a:avLst/>
              </a:prstGeom>
              <a:blipFill>
                <a:blip r:embed="rId8"/>
                <a:stretch>
                  <a:fillRect l="-1629" t="-655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63EF49B-7A17-4A28-94D4-205F801E6879}"/>
                  </a:ext>
                </a:extLst>
              </p:cNvPr>
              <p:cNvSpPr txBox="1"/>
              <p:nvPr/>
            </p:nvSpPr>
            <p:spPr>
              <a:xfrm>
                <a:off x="1060549" y="4875006"/>
                <a:ext cx="4343513" cy="668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TW" altLang="en-US" sz="2000" dirty="0"/>
                  <a:t>所以這個</a:t>
                </a:r>
                <a:r>
                  <a:rPr lang="en-US" altLang="zh-TW" sz="2000" dirty="0"/>
                  <a:t>case</a:t>
                </a:r>
                <a:r>
                  <a:rPr lang="zh-TW" altLang="en-US" sz="2000" dirty="0"/>
                  <a:t>的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zh-TW" altLang="en-US" sz="280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zh-TW" altLang="en-US" sz="2800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zh-TW" altLang="en-US" sz="2800" i="1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63EF49B-7A17-4A28-94D4-205F801E6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549" y="4875006"/>
                <a:ext cx="4343513" cy="668645"/>
              </a:xfrm>
              <a:prstGeom prst="rect">
                <a:avLst/>
              </a:prstGeom>
              <a:blipFill>
                <a:blip r:embed="rId9"/>
                <a:stretch>
                  <a:fillRect l="-36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B23FA446-FA38-4D80-B0A1-701FC66AEED3}"/>
              </a:ext>
            </a:extLst>
          </p:cNvPr>
          <p:cNvSpPr/>
          <p:nvPr/>
        </p:nvSpPr>
        <p:spPr>
          <a:xfrm>
            <a:off x="1188720" y="2134896"/>
            <a:ext cx="3315572" cy="3918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C401CBCD-3894-45E2-B48F-FA6A1C506E3A}"/>
              </a:ext>
            </a:extLst>
          </p:cNvPr>
          <p:cNvSpPr/>
          <p:nvPr/>
        </p:nvSpPr>
        <p:spPr>
          <a:xfrm>
            <a:off x="6760327" y="2123638"/>
            <a:ext cx="4505057" cy="3918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5E64298-7B9F-4067-9876-CC032DA35A8A}"/>
                  </a:ext>
                </a:extLst>
              </p:cNvPr>
              <p:cNvSpPr/>
              <p:nvPr/>
            </p:nvSpPr>
            <p:spPr>
              <a:xfrm>
                <a:off x="7715419" y="3105908"/>
                <a:ext cx="4122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i="1" dirty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zh-TW" dirty="0"/>
                  <a:t>s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5E64298-7B9F-4067-9876-CC032DA35A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419" y="3105908"/>
                <a:ext cx="412292" cy="369332"/>
              </a:xfrm>
              <a:prstGeom prst="rect">
                <a:avLst/>
              </a:prstGeom>
              <a:blipFill>
                <a:blip r:embed="rId10"/>
                <a:stretch>
                  <a:fillRect t="-8197" r="-11940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D2995EB4-4CF2-4A19-9A01-B5C871DF7187}"/>
                  </a:ext>
                </a:extLst>
              </p:cNvPr>
              <p:cNvSpPr/>
              <p:nvPr/>
            </p:nvSpPr>
            <p:spPr>
              <a:xfrm>
                <a:off x="8747219" y="2763298"/>
                <a:ext cx="5106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i="1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D2995EB4-4CF2-4A19-9A01-B5C871DF7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219" y="2763298"/>
                <a:ext cx="51065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AB8842C-51C8-4BD2-9D4A-C17BCCC881CD}"/>
                  </a:ext>
                </a:extLst>
              </p:cNvPr>
              <p:cNvSpPr/>
              <p:nvPr/>
            </p:nvSpPr>
            <p:spPr>
              <a:xfrm>
                <a:off x="8747219" y="3475846"/>
                <a:ext cx="5140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i="1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AB8842C-51C8-4BD2-9D4A-C17BCCC88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219" y="3475846"/>
                <a:ext cx="514050" cy="369332"/>
              </a:xfrm>
              <a:prstGeom prst="rect">
                <a:avLst/>
              </a:prstGeom>
              <a:blipFill>
                <a:blip r:embed="rId1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94A3CAF-A808-4953-BFCC-006E76D48071}"/>
                  </a:ext>
                </a:extLst>
              </p:cNvPr>
              <p:cNvSpPr/>
              <p:nvPr/>
            </p:nvSpPr>
            <p:spPr>
              <a:xfrm>
                <a:off x="9877380" y="3104623"/>
                <a:ext cx="395546" cy="3717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i="1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94A3CAF-A808-4953-BFCC-006E76D48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7380" y="3104623"/>
                <a:ext cx="395546" cy="371755"/>
              </a:xfrm>
              <a:prstGeom prst="rect">
                <a:avLst/>
              </a:prstGeom>
              <a:blipFill>
                <a:blip r:embed="rId13"/>
                <a:stretch>
                  <a:fillRect r="-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CD866CAA-DC5A-4815-B4A7-B027192C4DCC}"/>
              </a:ext>
            </a:extLst>
          </p:cNvPr>
          <p:cNvCxnSpPr>
            <a:stCxn id="13" idx="3"/>
            <a:endCxn id="167" idx="1"/>
          </p:cNvCxnSpPr>
          <p:nvPr/>
        </p:nvCxnSpPr>
        <p:spPr>
          <a:xfrm flipV="1">
            <a:off x="8127711" y="2947964"/>
            <a:ext cx="619508" cy="342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F2098A7D-F560-4E85-94FC-6BEA0B425587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8127711" y="3290574"/>
            <a:ext cx="619508" cy="369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DF7B5F49-4BE4-479D-8E2F-367C4884835A}"/>
              </a:ext>
            </a:extLst>
          </p:cNvPr>
          <p:cNvCxnSpPr>
            <a:cxnSpLocks/>
            <a:stCxn id="167" idx="3"/>
            <a:endCxn id="15" idx="1"/>
          </p:cNvCxnSpPr>
          <p:nvPr/>
        </p:nvCxnSpPr>
        <p:spPr>
          <a:xfrm>
            <a:off x="9257872" y="2947964"/>
            <a:ext cx="619508" cy="3425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08418002-1C7E-4653-A7CD-F461A0154144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9261269" y="3290501"/>
            <a:ext cx="616111" cy="3700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文字方塊 216">
                <a:extLst>
                  <a:ext uri="{FF2B5EF4-FFF2-40B4-BE49-F238E27FC236}">
                    <a16:creationId xmlns:a16="http://schemas.microsoft.com/office/drawing/2014/main" id="{0E4C9CC0-C667-4FD6-95E3-22239056EB16}"/>
                  </a:ext>
                </a:extLst>
              </p:cNvPr>
              <p:cNvSpPr txBox="1"/>
              <p:nvPr/>
            </p:nvSpPr>
            <p:spPr>
              <a:xfrm>
                <a:off x="7059961" y="3934837"/>
                <a:ext cx="3885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/>
                  <a:t>改變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TW" altLang="en-US" dirty="0"/>
                  <a:t>會同時改變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跟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TW" altLang="en-US" dirty="0"/>
                  <a:t>就會改變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17" name="文字方塊 216">
                <a:extLst>
                  <a:ext uri="{FF2B5EF4-FFF2-40B4-BE49-F238E27FC236}">
                    <a16:creationId xmlns:a16="http://schemas.microsoft.com/office/drawing/2014/main" id="{0E4C9CC0-C667-4FD6-95E3-22239056E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9961" y="3934837"/>
                <a:ext cx="3885166" cy="369332"/>
              </a:xfrm>
              <a:prstGeom prst="rect">
                <a:avLst/>
              </a:prstGeom>
              <a:blipFill>
                <a:blip r:embed="rId14"/>
                <a:stretch>
                  <a:fillRect l="-1256" t="-655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文字方塊 217">
                <a:extLst>
                  <a:ext uri="{FF2B5EF4-FFF2-40B4-BE49-F238E27FC236}">
                    <a16:creationId xmlns:a16="http://schemas.microsoft.com/office/drawing/2014/main" id="{FC7C6939-AA0C-4D94-98BB-B56217CE8B85}"/>
                  </a:ext>
                </a:extLst>
              </p:cNvPr>
              <p:cNvSpPr txBox="1"/>
              <p:nvPr/>
            </p:nvSpPr>
            <p:spPr>
              <a:xfrm>
                <a:off x="6534195" y="4875007"/>
                <a:ext cx="4936699" cy="668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TW" altLang="en-US" sz="2000" dirty="0"/>
                  <a:t>所以這個</a:t>
                </a:r>
                <a:r>
                  <a:rPr lang="en-US" altLang="zh-TW" sz="2000" dirty="0"/>
                  <a:t>case</a:t>
                </a:r>
                <a:r>
                  <a:rPr lang="zh-TW" altLang="en-US" sz="2000" dirty="0"/>
                  <a:t>的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zh-TW" altLang="en-US" sz="2800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zh-TW" altLang="en-US" sz="2800" i="1" dirty="0"/>
              </a:p>
            </p:txBody>
          </p:sp>
        </mc:Choice>
        <mc:Fallback xmlns="">
          <p:sp>
            <p:nvSpPr>
              <p:cNvPr id="218" name="文字方塊 217">
                <a:extLst>
                  <a:ext uri="{FF2B5EF4-FFF2-40B4-BE49-F238E27FC236}">
                    <a16:creationId xmlns:a16="http://schemas.microsoft.com/office/drawing/2014/main" id="{FC7C6939-AA0C-4D94-98BB-B56217CE8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195" y="4875007"/>
                <a:ext cx="4936699" cy="668645"/>
              </a:xfrm>
              <a:prstGeom prst="rect">
                <a:avLst/>
              </a:prstGeom>
              <a:blipFill>
                <a:blip r:embed="rId15"/>
                <a:stretch>
                  <a:fillRect l="-32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216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FB80E2-12C1-475A-AD48-3184F8333208}"/>
              </a:ext>
            </a:extLst>
          </p:cNvPr>
          <p:cNvSpPr/>
          <p:nvPr/>
        </p:nvSpPr>
        <p:spPr>
          <a:xfrm>
            <a:off x="886320" y="230760"/>
            <a:ext cx="4922520" cy="2301240"/>
          </a:xfrm>
          <a:prstGeom prst="rect">
            <a:avLst/>
          </a:prstGeom>
          <a:blipFill dpi="0" rotWithShape="1">
            <a:blip r:embed="rId2">
              <a:alphaModFix amt="3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52B2DDAF-463C-4FAB-9C24-85E7C7366A00}"/>
              </a:ext>
            </a:extLst>
          </p:cNvPr>
          <p:cNvCxnSpPr>
            <a:cxnSpLocks/>
          </p:cNvCxnSpPr>
          <p:nvPr/>
        </p:nvCxnSpPr>
        <p:spPr>
          <a:xfrm flipV="1">
            <a:off x="1164520" y="345669"/>
            <a:ext cx="840582" cy="12114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874106A-639A-4DCA-A628-FA0AD38AAC95}"/>
                  </a:ext>
                </a:extLst>
              </p:cNvPr>
              <p:cNvSpPr txBox="1"/>
              <p:nvPr/>
            </p:nvSpPr>
            <p:spPr>
              <a:xfrm>
                <a:off x="1320801" y="67685"/>
                <a:ext cx="4717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16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874106A-639A-4DCA-A628-FA0AD38AA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801" y="67685"/>
                <a:ext cx="471796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198ADB4-2200-44CE-BEA7-F4329DA255B7}"/>
                  </a:ext>
                </a:extLst>
              </p:cNvPr>
              <p:cNvSpPr/>
              <p:nvPr/>
            </p:nvSpPr>
            <p:spPr>
              <a:xfrm>
                <a:off x="5701728" y="1103117"/>
                <a:ext cx="6987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198ADB4-2200-44CE-BEA7-F4329DA255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728" y="1103117"/>
                <a:ext cx="6987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058F4379-7CD8-41BA-BE2E-40C6B5FB1F94}"/>
              </a:ext>
            </a:extLst>
          </p:cNvPr>
          <p:cNvSpPr/>
          <p:nvPr/>
        </p:nvSpPr>
        <p:spPr>
          <a:xfrm>
            <a:off x="4814531" y="604190"/>
            <a:ext cx="946684" cy="160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4E64EB6D-791C-4ABA-87C7-6A9E3760E79C}"/>
              </a:ext>
            </a:extLst>
          </p:cNvPr>
          <p:cNvCxnSpPr>
            <a:cxnSpLocks/>
          </p:cNvCxnSpPr>
          <p:nvPr/>
        </p:nvCxnSpPr>
        <p:spPr>
          <a:xfrm>
            <a:off x="2165548" y="330429"/>
            <a:ext cx="861060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A28B7C1D-3B0E-4422-BDCB-34475D869AC5}"/>
              </a:ext>
            </a:extLst>
          </p:cNvPr>
          <p:cNvCxnSpPr>
            <a:cxnSpLocks/>
          </p:cNvCxnSpPr>
          <p:nvPr/>
        </p:nvCxnSpPr>
        <p:spPr>
          <a:xfrm>
            <a:off x="2165548" y="330429"/>
            <a:ext cx="861060" cy="28850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762E1BC-FB10-4E47-89A4-0FF8A8DE05CE}"/>
              </a:ext>
            </a:extLst>
          </p:cNvPr>
          <p:cNvCxnSpPr>
            <a:cxnSpLocks/>
          </p:cNvCxnSpPr>
          <p:nvPr/>
        </p:nvCxnSpPr>
        <p:spPr>
          <a:xfrm>
            <a:off x="2179472" y="330428"/>
            <a:ext cx="847136" cy="55055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8CB16E72-2305-47CE-97F8-E597628FF7D0}"/>
              </a:ext>
            </a:extLst>
          </p:cNvPr>
          <p:cNvCxnSpPr>
            <a:cxnSpLocks/>
          </p:cNvCxnSpPr>
          <p:nvPr/>
        </p:nvCxnSpPr>
        <p:spPr>
          <a:xfrm>
            <a:off x="2165548" y="343658"/>
            <a:ext cx="861060" cy="759459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A45AED7C-EA2C-4B05-A2AC-A73098985C84}"/>
              </a:ext>
            </a:extLst>
          </p:cNvPr>
          <p:cNvCxnSpPr>
            <a:cxnSpLocks/>
          </p:cNvCxnSpPr>
          <p:nvPr/>
        </p:nvCxnSpPr>
        <p:spPr>
          <a:xfrm>
            <a:off x="2179472" y="343658"/>
            <a:ext cx="847136" cy="1025343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C26A88AF-7F6F-4650-884C-83945E6BEE8F}"/>
              </a:ext>
            </a:extLst>
          </p:cNvPr>
          <p:cNvCxnSpPr>
            <a:cxnSpLocks/>
          </p:cNvCxnSpPr>
          <p:nvPr/>
        </p:nvCxnSpPr>
        <p:spPr>
          <a:xfrm>
            <a:off x="2179472" y="343658"/>
            <a:ext cx="847136" cy="1306661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6E5FB04-ADDF-4C4F-9496-2C20A0724423}"/>
              </a:ext>
            </a:extLst>
          </p:cNvPr>
          <p:cNvCxnSpPr>
            <a:cxnSpLocks/>
          </p:cNvCxnSpPr>
          <p:nvPr/>
        </p:nvCxnSpPr>
        <p:spPr>
          <a:xfrm>
            <a:off x="2186434" y="345669"/>
            <a:ext cx="854098" cy="157135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7133CC9A-FC58-4D30-A831-7E6219D17114}"/>
              </a:ext>
            </a:extLst>
          </p:cNvPr>
          <p:cNvCxnSpPr>
            <a:cxnSpLocks/>
          </p:cNvCxnSpPr>
          <p:nvPr/>
        </p:nvCxnSpPr>
        <p:spPr>
          <a:xfrm>
            <a:off x="2179472" y="330427"/>
            <a:ext cx="861060" cy="1821542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28772C41-03D9-4A80-8BD7-ED11B1679373}"/>
              </a:ext>
            </a:extLst>
          </p:cNvPr>
          <p:cNvCxnSpPr>
            <a:cxnSpLocks/>
          </p:cNvCxnSpPr>
          <p:nvPr/>
        </p:nvCxnSpPr>
        <p:spPr>
          <a:xfrm>
            <a:off x="2164101" y="325288"/>
            <a:ext cx="876431" cy="2091115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666588E3-EDA2-4795-A712-8030F7869FC6}"/>
              </a:ext>
            </a:extLst>
          </p:cNvPr>
          <p:cNvCxnSpPr>
            <a:cxnSpLocks/>
          </p:cNvCxnSpPr>
          <p:nvPr/>
        </p:nvCxnSpPr>
        <p:spPr>
          <a:xfrm flipH="1" flipV="1">
            <a:off x="4234608" y="382057"/>
            <a:ext cx="837763" cy="61145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EF66E699-B7B4-4381-B3FC-1CFD4DE961D3}"/>
              </a:ext>
            </a:extLst>
          </p:cNvPr>
          <p:cNvCxnSpPr>
            <a:cxnSpLocks/>
          </p:cNvCxnSpPr>
          <p:nvPr/>
        </p:nvCxnSpPr>
        <p:spPr>
          <a:xfrm flipH="1" flipV="1">
            <a:off x="4233024" y="382057"/>
            <a:ext cx="848293" cy="8616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B4F11FB1-486A-47DA-AC04-1D4571C3C72E}"/>
              </a:ext>
            </a:extLst>
          </p:cNvPr>
          <p:cNvCxnSpPr>
            <a:cxnSpLocks/>
          </p:cNvCxnSpPr>
          <p:nvPr/>
        </p:nvCxnSpPr>
        <p:spPr>
          <a:xfrm flipH="1" flipV="1">
            <a:off x="4217516" y="382057"/>
            <a:ext cx="851574" cy="1112510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EA823F8C-8D16-4B1B-98B4-B4C7651A7AA7}"/>
              </a:ext>
            </a:extLst>
          </p:cNvPr>
          <p:cNvCxnSpPr>
            <a:cxnSpLocks/>
          </p:cNvCxnSpPr>
          <p:nvPr/>
        </p:nvCxnSpPr>
        <p:spPr>
          <a:xfrm flipH="1" flipV="1">
            <a:off x="4233024" y="382057"/>
            <a:ext cx="848293" cy="139997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F2BFC2B3-2BFF-4BA6-8AEB-CB34F43AB0E1}"/>
              </a:ext>
            </a:extLst>
          </p:cNvPr>
          <p:cNvCxnSpPr>
            <a:cxnSpLocks/>
          </p:cNvCxnSpPr>
          <p:nvPr/>
        </p:nvCxnSpPr>
        <p:spPr>
          <a:xfrm>
            <a:off x="3198562" y="343658"/>
            <a:ext cx="861060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E185772-066A-4179-AB8B-C0D0A343D39E}"/>
              </a:ext>
            </a:extLst>
          </p:cNvPr>
          <p:cNvCxnSpPr>
            <a:cxnSpLocks/>
          </p:cNvCxnSpPr>
          <p:nvPr/>
        </p:nvCxnSpPr>
        <p:spPr>
          <a:xfrm>
            <a:off x="3198562" y="343658"/>
            <a:ext cx="861060" cy="28850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43A59659-6B80-454B-9F5D-C625C901BB78}"/>
              </a:ext>
            </a:extLst>
          </p:cNvPr>
          <p:cNvCxnSpPr>
            <a:cxnSpLocks/>
          </p:cNvCxnSpPr>
          <p:nvPr/>
        </p:nvCxnSpPr>
        <p:spPr>
          <a:xfrm>
            <a:off x="3212486" y="343657"/>
            <a:ext cx="847136" cy="55055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1622CDD1-A312-4CAB-83A8-8DD9A9337371}"/>
              </a:ext>
            </a:extLst>
          </p:cNvPr>
          <p:cNvCxnSpPr>
            <a:cxnSpLocks/>
          </p:cNvCxnSpPr>
          <p:nvPr/>
        </p:nvCxnSpPr>
        <p:spPr>
          <a:xfrm>
            <a:off x="3198562" y="356887"/>
            <a:ext cx="861060" cy="759459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A78D4137-6120-451A-B568-059C99D8D391}"/>
              </a:ext>
            </a:extLst>
          </p:cNvPr>
          <p:cNvCxnSpPr>
            <a:cxnSpLocks/>
          </p:cNvCxnSpPr>
          <p:nvPr/>
        </p:nvCxnSpPr>
        <p:spPr>
          <a:xfrm>
            <a:off x="3212486" y="356887"/>
            <a:ext cx="847136" cy="1025343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962DF987-131E-465A-91F9-5FF1C0404558}"/>
              </a:ext>
            </a:extLst>
          </p:cNvPr>
          <p:cNvCxnSpPr>
            <a:cxnSpLocks/>
          </p:cNvCxnSpPr>
          <p:nvPr/>
        </p:nvCxnSpPr>
        <p:spPr>
          <a:xfrm>
            <a:off x="3212486" y="356887"/>
            <a:ext cx="847136" cy="1306661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BC57AF68-F4C8-44B6-AE72-2D6EC5F3C948}"/>
              </a:ext>
            </a:extLst>
          </p:cNvPr>
          <p:cNvCxnSpPr>
            <a:cxnSpLocks/>
          </p:cNvCxnSpPr>
          <p:nvPr/>
        </p:nvCxnSpPr>
        <p:spPr>
          <a:xfrm>
            <a:off x="3219448" y="358898"/>
            <a:ext cx="854098" cy="157135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92D3F6F4-D3E8-4D0E-B256-DCF8B1646E46}"/>
              </a:ext>
            </a:extLst>
          </p:cNvPr>
          <p:cNvCxnSpPr>
            <a:cxnSpLocks/>
          </p:cNvCxnSpPr>
          <p:nvPr/>
        </p:nvCxnSpPr>
        <p:spPr>
          <a:xfrm>
            <a:off x="3212486" y="343656"/>
            <a:ext cx="861060" cy="1821542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03D670C4-80D2-40EC-BC42-F3E431093EFF}"/>
              </a:ext>
            </a:extLst>
          </p:cNvPr>
          <p:cNvCxnSpPr>
            <a:cxnSpLocks/>
          </p:cNvCxnSpPr>
          <p:nvPr/>
        </p:nvCxnSpPr>
        <p:spPr>
          <a:xfrm>
            <a:off x="3197115" y="338517"/>
            <a:ext cx="876431" cy="2091115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5FACD80-682A-464D-932D-87C9867AC464}"/>
                  </a:ext>
                </a:extLst>
              </p:cNvPr>
              <p:cNvSpPr txBox="1"/>
              <p:nvPr/>
            </p:nvSpPr>
            <p:spPr>
              <a:xfrm>
                <a:off x="2512017" y="98900"/>
                <a:ext cx="4765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5FACD80-682A-464D-932D-87C9867A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017" y="98900"/>
                <a:ext cx="47654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8CDFEB44-2FD3-448D-8B8C-300C1915801E}"/>
                  </a:ext>
                </a:extLst>
              </p:cNvPr>
              <p:cNvSpPr txBox="1"/>
              <p:nvPr/>
            </p:nvSpPr>
            <p:spPr>
              <a:xfrm>
                <a:off x="2522611" y="303181"/>
                <a:ext cx="4765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8CDFEB44-2FD3-448D-8B8C-300C19158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611" y="303181"/>
                <a:ext cx="476541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4335392-400C-454A-811D-CB7097374E3B}"/>
                  </a:ext>
                </a:extLst>
              </p:cNvPr>
              <p:cNvSpPr txBox="1"/>
              <p:nvPr/>
            </p:nvSpPr>
            <p:spPr>
              <a:xfrm>
                <a:off x="2570479" y="534971"/>
                <a:ext cx="4703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4335392-400C-454A-811D-CB7097374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479" y="534971"/>
                <a:ext cx="47032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E037CF0-0890-4638-945F-79A56B337E62}"/>
                  </a:ext>
                </a:extLst>
              </p:cNvPr>
              <p:cNvSpPr txBox="1"/>
              <p:nvPr/>
            </p:nvSpPr>
            <p:spPr>
              <a:xfrm>
                <a:off x="2570226" y="737209"/>
                <a:ext cx="4765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E037CF0-0890-4638-945F-79A56B337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226" y="737209"/>
                <a:ext cx="47654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77B240A-3409-46CD-9263-29093853F44D}"/>
                  </a:ext>
                </a:extLst>
              </p:cNvPr>
              <p:cNvSpPr txBox="1"/>
              <p:nvPr/>
            </p:nvSpPr>
            <p:spPr>
              <a:xfrm>
                <a:off x="2595575" y="967853"/>
                <a:ext cx="4765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77B240A-3409-46CD-9263-29093853F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575" y="967853"/>
                <a:ext cx="47654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4B4D766-5AD6-4934-9A81-D8F229E7A223}"/>
                  </a:ext>
                </a:extLst>
              </p:cNvPr>
              <p:cNvSpPr txBox="1"/>
              <p:nvPr/>
            </p:nvSpPr>
            <p:spPr>
              <a:xfrm>
                <a:off x="2601916" y="1205894"/>
                <a:ext cx="4765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4B4D766-5AD6-4934-9A81-D8F229E7A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916" y="1205894"/>
                <a:ext cx="476541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B377FE73-5EB1-422C-8E25-58CD9AC2BC2E}"/>
                  </a:ext>
                </a:extLst>
              </p:cNvPr>
              <p:cNvSpPr txBox="1"/>
              <p:nvPr/>
            </p:nvSpPr>
            <p:spPr>
              <a:xfrm>
                <a:off x="2570953" y="1416194"/>
                <a:ext cx="4765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B377FE73-5EB1-422C-8E25-58CD9AC2B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953" y="1416194"/>
                <a:ext cx="476541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B71FB15-4A5E-46DB-B108-760D130136A0}"/>
                  </a:ext>
                </a:extLst>
              </p:cNvPr>
              <p:cNvSpPr txBox="1"/>
              <p:nvPr/>
            </p:nvSpPr>
            <p:spPr>
              <a:xfrm>
                <a:off x="2574159" y="1657409"/>
                <a:ext cx="47333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B71FB15-4A5E-46DB-B108-760D13013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159" y="1657409"/>
                <a:ext cx="473335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72666BB9-019E-437D-ACC6-C809205D6E48}"/>
                  </a:ext>
                </a:extLst>
              </p:cNvPr>
              <p:cNvSpPr txBox="1"/>
              <p:nvPr/>
            </p:nvSpPr>
            <p:spPr>
              <a:xfrm>
                <a:off x="2534347" y="1932754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72666BB9-019E-437D-ACC6-C809205D6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347" y="1932754"/>
                <a:ext cx="558358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0E2EC58D-8A57-4933-9B8B-CFAA85A82105}"/>
                  </a:ext>
                </a:extLst>
              </p:cNvPr>
              <p:cNvSpPr txBox="1"/>
              <p:nvPr/>
            </p:nvSpPr>
            <p:spPr>
              <a:xfrm>
                <a:off x="3441682" y="40369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0E2EC58D-8A57-4933-9B8B-CFAA85A82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682" y="40369"/>
                <a:ext cx="558358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DECBBC7D-9CFE-45F0-9430-757FFA5AEB46}"/>
                  </a:ext>
                </a:extLst>
              </p:cNvPr>
              <p:cNvSpPr txBox="1"/>
              <p:nvPr/>
            </p:nvSpPr>
            <p:spPr>
              <a:xfrm>
                <a:off x="3451075" y="274193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DECBBC7D-9CFE-45F0-9430-757FFA5AE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075" y="274193"/>
                <a:ext cx="558358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8ADA86BB-6675-4C3F-98D8-6D785E1A6798}"/>
                  </a:ext>
                </a:extLst>
              </p:cNvPr>
              <p:cNvSpPr txBox="1"/>
              <p:nvPr/>
            </p:nvSpPr>
            <p:spPr>
              <a:xfrm>
                <a:off x="3498943" y="505983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8ADA86BB-6675-4C3F-98D8-6D785E1A6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943" y="505983"/>
                <a:ext cx="558358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975CF272-3D13-4F29-8162-84A191EB0FD8}"/>
                  </a:ext>
                </a:extLst>
              </p:cNvPr>
              <p:cNvSpPr txBox="1"/>
              <p:nvPr/>
            </p:nvSpPr>
            <p:spPr>
              <a:xfrm>
                <a:off x="3553083" y="718869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975CF272-3D13-4F29-8162-84A191EB0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083" y="718869"/>
                <a:ext cx="558358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1FE55522-CF80-4244-9662-609B81D54904}"/>
                  </a:ext>
                </a:extLst>
              </p:cNvPr>
              <p:cNvSpPr txBox="1"/>
              <p:nvPr/>
            </p:nvSpPr>
            <p:spPr>
              <a:xfrm>
                <a:off x="3578432" y="949513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1FE55522-CF80-4244-9662-609B81D54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432" y="949513"/>
                <a:ext cx="558358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3D29C1A5-EA29-4669-82B0-A0B8664C1729}"/>
                  </a:ext>
                </a:extLst>
              </p:cNvPr>
              <p:cNvSpPr txBox="1"/>
              <p:nvPr/>
            </p:nvSpPr>
            <p:spPr>
              <a:xfrm>
                <a:off x="3594295" y="1178057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3D29C1A5-EA29-4669-82B0-A0B8664C1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295" y="1178057"/>
                <a:ext cx="558358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1E9D6260-5B47-4DD4-95E2-32C3726324F1}"/>
                  </a:ext>
                </a:extLst>
              </p:cNvPr>
              <p:cNvSpPr txBox="1"/>
              <p:nvPr/>
            </p:nvSpPr>
            <p:spPr>
              <a:xfrm>
                <a:off x="3600110" y="1424777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17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1E9D6260-5B47-4DD4-95E2-32C372632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110" y="1424777"/>
                <a:ext cx="558358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4899E8B2-E619-4FB4-AE8C-92B5DE51EBBB}"/>
                  </a:ext>
                </a:extLst>
              </p:cNvPr>
              <p:cNvSpPr txBox="1"/>
              <p:nvPr/>
            </p:nvSpPr>
            <p:spPr>
              <a:xfrm>
                <a:off x="3584773" y="1646994"/>
                <a:ext cx="55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4899E8B2-E619-4FB4-AE8C-92B5DE51E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773" y="1646994"/>
                <a:ext cx="558358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BEA328D-5B90-4A01-9DFC-A3454B8F8324}"/>
                  </a:ext>
                </a:extLst>
              </p:cNvPr>
              <p:cNvSpPr txBox="1"/>
              <p:nvPr/>
            </p:nvSpPr>
            <p:spPr>
              <a:xfrm>
                <a:off x="3598133" y="1932259"/>
                <a:ext cx="5551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19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BEA328D-5B90-4A01-9DFC-A3454B8F8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133" y="1932259"/>
                <a:ext cx="555152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4107E825-55E7-4355-B4A8-D41B474AB3FA}"/>
                  </a:ext>
                </a:extLst>
              </p:cNvPr>
              <p:cNvSpPr txBox="1"/>
              <p:nvPr/>
            </p:nvSpPr>
            <p:spPr>
              <a:xfrm>
                <a:off x="4478757" y="472458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4107E825-55E7-4355-B4A8-D41B474AB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757" y="472458"/>
                <a:ext cx="563103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021DCED4-FF6C-4767-957F-C898F81EAE30}"/>
                  </a:ext>
                </a:extLst>
              </p:cNvPr>
              <p:cNvSpPr txBox="1"/>
              <p:nvPr/>
            </p:nvSpPr>
            <p:spPr>
              <a:xfrm>
                <a:off x="4522957" y="687052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021DCED4-FF6C-4767-957F-C898F81EA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957" y="687052"/>
                <a:ext cx="563103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FFC1D001-CF0A-4FAC-8ECC-4180274DAF6A}"/>
                  </a:ext>
                </a:extLst>
              </p:cNvPr>
              <p:cNvSpPr txBox="1"/>
              <p:nvPr/>
            </p:nvSpPr>
            <p:spPr>
              <a:xfrm>
                <a:off x="4547622" y="945074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FFC1D001-CF0A-4FAC-8ECC-4180274DA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622" y="945074"/>
                <a:ext cx="563103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60522D58-92AA-4B64-B4E9-C0CEF00B08DE}"/>
                  </a:ext>
                </a:extLst>
              </p:cNvPr>
              <p:cNvSpPr txBox="1"/>
              <p:nvPr/>
            </p:nvSpPr>
            <p:spPr>
              <a:xfrm>
                <a:off x="4585169" y="1205572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60522D58-92AA-4B64-B4E9-C0CEF00B0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169" y="1205572"/>
                <a:ext cx="563103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圖片 50">
            <a:extLst>
              <a:ext uri="{FF2B5EF4-FFF2-40B4-BE49-F238E27FC236}">
                <a16:creationId xmlns:a16="http://schemas.microsoft.com/office/drawing/2014/main" id="{8AF3E045-29AE-4B6E-A273-586595FF878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724947" y="466810"/>
            <a:ext cx="2825906" cy="2377426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C9B1D654-8C0D-4F76-A81D-6855DE8FD548}"/>
                  </a:ext>
                </a:extLst>
              </p:cNvPr>
              <p:cNvSpPr/>
              <p:nvPr/>
            </p:nvSpPr>
            <p:spPr>
              <a:xfrm>
                <a:off x="4966757" y="726261"/>
                <a:ext cx="4672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C9B1D654-8C0D-4F76-A81D-6855DE8FD5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757" y="726261"/>
                <a:ext cx="467244" cy="369332"/>
              </a:xfrm>
              <a:prstGeom prst="rect">
                <a:avLst/>
              </a:prstGeom>
              <a:blipFill>
                <a:blip r:embed="rId28"/>
                <a:stretch>
                  <a:fillRect t="-4918" r="-14474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BD1C6042-6098-41B8-9823-3C27DDAE9744}"/>
                  </a:ext>
                </a:extLst>
              </p:cNvPr>
              <p:cNvSpPr/>
              <p:nvPr/>
            </p:nvSpPr>
            <p:spPr>
              <a:xfrm>
                <a:off x="4982202" y="1016532"/>
                <a:ext cx="4725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BD1C6042-6098-41B8-9823-3C27DDAE97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202" y="1016532"/>
                <a:ext cx="472565" cy="369332"/>
              </a:xfrm>
              <a:prstGeom prst="rect">
                <a:avLst/>
              </a:prstGeom>
              <a:blipFill>
                <a:blip r:embed="rId29"/>
                <a:stretch>
                  <a:fillRect t="-5000" r="-12821"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3EF9F856-2EBE-4456-8AFD-F5641F971CE9}"/>
                  </a:ext>
                </a:extLst>
              </p:cNvPr>
              <p:cNvSpPr/>
              <p:nvPr/>
            </p:nvSpPr>
            <p:spPr>
              <a:xfrm>
                <a:off x="4982202" y="1284263"/>
                <a:ext cx="4725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3EF9F856-2EBE-4456-8AFD-F5641F971C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202" y="1284263"/>
                <a:ext cx="472565" cy="369332"/>
              </a:xfrm>
              <a:prstGeom prst="rect">
                <a:avLst/>
              </a:prstGeom>
              <a:blipFill>
                <a:blip r:embed="rId30"/>
                <a:stretch>
                  <a:fillRect t="-5000" r="-12821"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A11D403D-02BF-469B-B666-43E4F2D96D74}"/>
                  </a:ext>
                </a:extLst>
              </p:cNvPr>
              <p:cNvSpPr/>
              <p:nvPr/>
            </p:nvSpPr>
            <p:spPr>
              <a:xfrm>
                <a:off x="4997647" y="1574534"/>
                <a:ext cx="4626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A11D403D-02BF-469B-B666-43E4F2D96D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647" y="1574534"/>
                <a:ext cx="462691" cy="369332"/>
              </a:xfrm>
              <a:prstGeom prst="rect">
                <a:avLst/>
              </a:prstGeom>
              <a:blipFill>
                <a:blip r:embed="rId31"/>
                <a:stretch>
                  <a:fillRect t="-4918" r="-13158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5DCE3349-1D50-4B51-AFC9-613EBD9766D1}"/>
                  </a:ext>
                </a:extLst>
              </p:cNvPr>
              <p:cNvSpPr txBox="1"/>
              <p:nvPr/>
            </p:nvSpPr>
            <p:spPr>
              <a:xfrm>
                <a:off x="3877261" y="69002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5DCE3349-1D50-4B51-AFC9-613EBD976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261" y="69002"/>
                <a:ext cx="501870" cy="476071"/>
              </a:xfrm>
              <a:prstGeom prst="ellipse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E9605834-85A3-488B-9B3C-28267D0EC7C9}"/>
                  </a:ext>
                </a:extLst>
              </p:cNvPr>
              <p:cNvSpPr/>
              <p:nvPr/>
            </p:nvSpPr>
            <p:spPr>
              <a:xfrm>
                <a:off x="298500" y="5444591"/>
                <a:ext cx="6196761" cy="6338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dirty="0">
                    <a:solidFill>
                      <a:prstClr val="black"/>
                    </a:solidFill>
                  </a:rPr>
                  <a:t>拆到最後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E9605834-85A3-488B-9B3C-28267D0EC7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00" y="5444591"/>
                <a:ext cx="6196761" cy="633891"/>
              </a:xfrm>
              <a:prstGeom prst="rect">
                <a:avLst/>
              </a:prstGeom>
              <a:blipFill>
                <a:blip r:embed="rId33"/>
                <a:stretch>
                  <a:fillRect l="-8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AE840789-D38C-40FB-A739-3B23A554C5E2}"/>
                  </a:ext>
                </a:extLst>
              </p:cNvPr>
              <p:cNvSpPr/>
              <p:nvPr/>
            </p:nvSpPr>
            <p:spPr>
              <a:xfrm>
                <a:off x="298500" y="2753807"/>
                <a:ext cx="2679003" cy="5377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dirty="0"/>
                  <a:t>今天要算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zh-TW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AE840789-D38C-40FB-A739-3B23A554C5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00" y="2753807"/>
                <a:ext cx="2679003" cy="537776"/>
              </a:xfrm>
              <a:prstGeom prst="rect">
                <a:avLst/>
              </a:prstGeom>
              <a:blipFill>
                <a:blip r:embed="rId34"/>
                <a:stretch>
                  <a:fillRect l="-2050" b="-11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34687439-96A9-4331-9387-6E215B26E2BF}"/>
                  </a:ext>
                </a:extLst>
              </p:cNvPr>
              <p:cNvSpPr/>
              <p:nvPr/>
            </p:nvSpPr>
            <p:spPr>
              <a:xfrm>
                <a:off x="6307218" y="3423282"/>
                <a:ext cx="4898970" cy="43999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zh-TW" altLang="en-US" sz="16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zh-TW" alt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TW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16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6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6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6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16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16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6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16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16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6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TW" sz="16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16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6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TW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1600" dirty="0">
                    <a:solidFill>
                      <a:prstClr val="black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34687439-96A9-4331-9387-6E215B26E2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218" y="3423282"/>
                <a:ext cx="4898970" cy="43999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9642C80F-3F29-4C2D-A561-66CCE317EA82}"/>
                  </a:ext>
                </a:extLst>
              </p:cNvPr>
              <p:cNvSpPr/>
              <p:nvPr/>
            </p:nvSpPr>
            <p:spPr>
              <a:xfrm>
                <a:off x="7885536" y="4287612"/>
                <a:ext cx="2698085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  <m:r>
                        <a:rPr lang="en-US" altLang="zh-TW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altLang="zh-TW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TW" b="0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9642C80F-3F29-4C2D-A561-66CCE317EA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536" y="4287612"/>
                <a:ext cx="2698085" cy="369332"/>
              </a:xfrm>
              <a:prstGeom prst="rect">
                <a:avLst/>
              </a:prstGeom>
              <a:blipFill>
                <a:blip r:embed="rId36"/>
                <a:stretch>
                  <a:fillRect t="-3175" b="-63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文字方塊 72">
            <a:extLst>
              <a:ext uri="{FF2B5EF4-FFF2-40B4-BE49-F238E27FC236}">
                <a16:creationId xmlns:a16="http://schemas.microsoft.com/office/drawing/2014/main" id="{5C44B017-122F-495F-8725-831AA8F9222B}"/>
              </a:ext>
            </a:extLst>
          </p:cNvPr>
          <p:cNvSpPr txBox="1"/>
          <p:nvPr/>
        </p:nvSpPr>
        <p:spPr>
          <a:xfrm>
            <a:off x="7827125" y="5043895"/>
            <a:ext cx="2814905" cy="4086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結論</a:t>
            </a:r>
            <a:r>
              <a:rPr lang="en-US" altLang="zh-TW" dirty="0">
                <a:solidFill>
                  <a:schemeClr val="tx1"/>
                </a:solidFill>
              </a:rPr>
              <a:t>:</a:t>
            </a:r>
            <a:r>
              <a:rPr lang="zh-TW" altLang="en-US" dirty="0">
                <a:solidFill>
                  <a:schemeClr val="tx1"/>
                </a:solidFill>
              </a:rPr>
              <a:t>逆著算比較算的出來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80939A8-A088-4E4F-9E72-F726BB3316B7}"/>
                  </a:ext>
                </a:extLst>
              </p:cNvPr>
              <p:cNvSpPr txBox="1"/>
              <p:nvPr/>
            </p:nvSpPr>
            <p:spPr>
              <a:xfrm>
                <a:off x="782638" y="199418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80939A8-A088-4E4F-9E72-F726BB331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638" y="199418"/>
                <a:ext cx="501870" cy="476071"/>
              </a:xfrm>
              <a:prstGeom prst="ellipse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2E3FD210-16C9-47EF-9C66-4365D6261E0D}"/>
                  </a:ext>
                </a:extLst>
              </p:cNvPr>
              <p:cNvSpPr txBox="1"/>
              <p:nvPr/>
            </p:nvSpPr>
            <p:spPr>
              <a:xfrm>
                <a:off x="1830385" y="57160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2E3FD210-16C9-47EF-9C66-4365D6261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385" y="57160"/>
                <a:ext cx="501870" cy="476071"/>
              </a:xfrm>
              <a:prstGeom prst="ellipse">
                <a:avLst/>
              </a:prstGeom>
              <a:blipFill>
                <a:blip r:embed="rId3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C4034130-B01F-4CB1-80DE-E62DB0F55D81}"/>
                  </a:ext>
                </a:extLst>
              </p:cNvPr>
              <p:cNvSpPr txBox="1"/>
              <p:nvPr/>
            </p:nvSpPr>
            <p:spPr>
              <a:xfrm>
                <a:off x="2789390" y="39176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C4034130-B01F-4CB1-80DE-E62DB0F55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390" y="39176"/>
                <a:ext cx="501870" cy="476071"/>
              </a:xfrm>
              <a:prstGeom prst="ellipse">
                <a:avLst/>
              </a:prstGeom>
              <a:blipFill>
                <a:blip r:embed="rId3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E8AA6F87-517A-4C09-8B2B-56F177E7091C}"/>
                  </a:ext>
                </a:extLst>
              </p:cNvPr>
              <p:cNvSpPr/>
              <p:nvPr/>
            </p:nvSpPr>
            <p:spPr>
              <a:xfrm>
                <a:off x="1300547" y="3423282"/>
                <a:ext cx="5908576" cy="5393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+……+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E8AA6F87-517A-4C09-8B2B-56F177E709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547" y="3423282"/>
                <a:ext cx="5908576" cy="539315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271C4256-7DAC-42DF-A90C-D88E8C368DBD}"/>
                  </a:ext>
                </a:extLst>
              </p:cNvPr>
              <p:cNvSpPr txBox="1"/>
              <p:nvPr/>
            </p:nvSpPr>
            <p:spPr>
              <a:xfrm>
                <a:off x="2833308" y="325900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271C4256-7DAC-42DF-A90C-D88E8C368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308" y="325900"/>
                <a:ext cx="501870" cy="476071"/>
              </a:xfrm>
              <a:prstGeom prst="ellipse">
                <a:avLst/>
              </a:prstGeom>
              <a:blipFill>
                <a:blip r:embed="rId4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3EA8220E-D551-467D-8830-EEDB7ED68FBF}"/>
                  </a:ext>
                </a:extLst>
              </p:cNvPr>
              <p:cNvSpPr txBox="1"/>
              <p:nvPr/>
            </p:nvSpPr>
            <p:spPr>
              <a:xfrm>
                <a:off x="2831881" y="587708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3EA8220E-D551-467D-8830-EEDB7ED68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881" y="587708"/>
                <a:ext cx="501870" cy="476071"/>
              </a:xfrm>
              <a:prstGeom prst="ellipse">
                <a:avLst/>
              </a:prstGeom>
              <a:blipFill>
                <a:blip r:embed="rId4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E8D6AE37-C246-4F4D-97A5-4EA40257FEB5}"/>
                  </a:ext>
                </a:extLst>
              </p:cNvPr>
              <p:cNvSpPr txBox="1"/>
              <p:nvPr/>
            </p:nvSpPr>
            <p:spPr>
              <a:xfrm>
                <a:off x="2830240" y="853850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E8D6AE37-C246-4F4D-97A5-4EA40257F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240" y="853850"/>
                <a:ext cx="501870" cy="476071"/>
              </a:xfrm>
              <a:prstGeom prst="ellipse">
                <a:avLst/>
              </a:prstGeom>
              <a:blipFill>
                <a:blip r:embed="rId4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F1BA9D83-9E79-4442-8F88-F6E4D64E45D5}"/>
                  </a:ext>
                </a:extLst>
              </p:cNvPr>
              <p:cNvSpPr txBox="1"/>
              <p:nvPr/>
            </p:nvSpPr>
            <p:spPr>
              <a:xfrm>
                <a:off x="2859791" y="1087293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F1BA9D83-9E79-4442-8F88-F6E4D64E4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791" y="1087293"/>
                <a:ext cx="501870" cy="476071"/>
              </a:xfrm>
              <a:prstGeom prst="ellipse">
                <a:avLst/>
              </a:prstGeom>
              <a:blipFill>
                <a:blip r:embed="rId4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68706184-CA95-4A57-B91E-4A35033291D3}"/>
                  </a:ext>
                </a:extLst>
              </p:cNvPr>
              <p:cNvSpPr txBox="1"/>
              <p:nvPr/>
            </p:nvSpPr>
            <p:spPr>
              <a:xfrm>
                <a:off x="2840365" y="1357483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36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68706184-CA95-4A57-B91E-4A3503329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365" y="1357483"/>
                <a:ext cx="501870" cy="476071"/>
              </a:xfrm>
              <a:prstGeom prst="ellipse">
                <a:avLst/>
              </a:prstGeom>
              <a:blipFill>
                <a:blip r:embed="rId4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DDA43C9A-9E69-44BA-9761-D20DE285C083}"/>
                  </a:ext>
                </a:extLst>
              </p:cNvPr>
              <p:cNvSpPr txBox="1"/>
              <p:nvPr/>
            </p:nvSpPr>
            <p:spPr>
              <a:xfrm>
                <a:off x="2866960" y="1608959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37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DDA43C9A-9E69-44BA-9761-D20DE285C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960" y="1608959"/>
                <a:ext cx="501870" cy="476071"/>
              </a:xfrm>
              <a:prstGeom prst="ellipse">
                <a:avLst/>
              </a:prstGeom>
              <a:blipFill>
                <a:blip r:embed="rId4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0E75C8DA-D946-470D-A9C5-803272903989}"/>
                  </a:ext>
                </a:extLst>
              </p:cNvPr>
              <p:cNvSpPr txBox="1"/>
              <p:nvPr/>
            </p:nvSpPr>
            <p:spPr>
              <a:xfrm>
                <a:off x="2873922" y="1881318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38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0E75C8DA-D946-470D-A9C5-803272903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922" y="1881318"/>
                <a:ext cx="501870" cy="476071"/>
              </a:xfrm>
              <a:prstGeom prst="ellipse">
                <a:avLst/>
              </a:prstGeom>
              <a:blipFill>
                <a:blip r:embed="rId4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EFF8BFD2-2B3F-4DBF-A899-B2DB8D524FCF}"/>
                  </a:ext>
                </a:extLst>
              </p:cNvPr>
              <p:cNvSpPr txBox="1"/>
              <p:nvPr/>
            </p:nvSpPr>
            <p:spPr>
              <a:xfrm>
                <a:off x="2864529" y="2095909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39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EFF8BFD2-2B3F-4DBF-A899-B2DB8D524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529" y="2095909"/>
                <a:ext cx="501870" cy="476071"/>
              </a:xfrm>
              <a:prstGeom prst="ellipse">
                <a:avLst/>
              </a:prstGeom>
              <a:blipFill>
                <a:blip r:embed="rId4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5B2A305F-F70A-4FD9-A8DE-92CE22EFDD53}"/>
                  </a:ext>
                </a:extLst>
              </p:cNvPr>
              <p:cNvSpPr/>
              <p:nvPr/>
            </p:nvSpPr>
            <p:spPr>
              <a:xfrm>
                <a:off x="1281841" y="4108076"/>
                <a:ext cx="5908576" cy="5488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+……+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49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49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5B2A305F-F70A-4FD9-A8DE-92CE22EFDD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841" y="4108076"/>
                <a:ext cx="5908576" cy="548868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AD8A09CA-1198-411C-8E3F-2912AE34FBFF}"/>
                  </a:ext>
                </a:extLst>
              </p:cNvPr>
              <p:cNvSpPr txBox="1"/>
              <p:nvPr/>
            </p:nvSpPr>
            <p:spPr>
              <a:xfrm>
                <a:off x="3909099" y="331278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42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AD8A09CA-1198-411C-8E3F-2912AE34F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099" y="331278"/>
                <a:ext cx="501870" cy="476071"/>
              </a:xfrm>
              <a:prstGeom prst="ellipse">
                <a:avLst/>
              </a:prstGeom>
              <a:blipFill>
                <a:blip r:embed="rId5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4C7DF963-50AE-4E61-9B2F-F797439C4C1F}"/>
                  </a:ext>
                </a:extLst>
              </p:cNvPr>
              <p:cNvSpPr txBox="1"/>
              <p:nvPr/>
            </p:nvSpPr>
            <p:spPr>
              <a:xfrm>
                <a:off x="3907672" y="593086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43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4C7DF963-50AE-4E61-9B2F-F797439C4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672" y="593086"/>
                <a:ext cx="501870" cy="476071"/>
              </a:xfrm>
              <a:prstGeom prst="ellipse">
                <a:avLst/>
              </a:prstGeom>
              <a:blipFill>
                <a:blip r:embed="rId5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8B7DE74B-C494-4873-977E-0A97A802F5AA}"/>
                  </a:ext>
                </a:extLst>
              </p:cNvPr>
              <p:cNvSpPr txBox="1"/>
              <p:nvPr/>
            </p:nvSpPr>
            <p:spPr>
              <a:xfrm>
                <a:off x="3906031" y="859228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44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8B7DE74B-C494-4873-977E-0A97A802F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031" y="859228"/>
                <a:ext cx="501870" cy="476071"/>
              </a:xfrm>
              <a:prstGeom prst="ellipse">
                <a:avLst/>
              </a:prstGeom>
              <a:blipFill>
                <a:blip r:embed="rId5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1B45D50C-A14F-4423-A4D9-11CD52D367E5}"/>
                  </a:ext>
                </a:extLst>
              </p:cNvPr>
              <p:cNvSpPr txBox="1"/>
              <p:nvPr/>
            </p:nvSpPr>
            <p:spPr>
              <a:xfrm>
                <a:off x="3935582" y="1092671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45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1B45D50C-A14F-4423-A4D9-11CD52D36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582" y="1092671"/>
                <a:ext cx="501870" cy="476071"/>
              </a:xfrm>
              <a:prstGeom prst="ellipse">
                <a:avLst/>
              </a:prstGeom>
              <a:blipFill>
                <a:blip r:embed="rId5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979CF282-5C87-4E59-8EF7-0F51B669976C}"/>
                  </a:ext>
                </a:extLst>
              </p:cNvPr>
              <p:cNvSpPr txBox="1"/>
              <p:nvPr/>
            </p:nvSpPr>
            <p:spPr>
              <a:xfrm>
                <a:off x="3916156" y="1362861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46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979CF282-5C87-4E59-8EF7-0F51B6699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156" y="1362861"/>
                <a:ext cx="501870" cy="476071"/>
              </a:xfrm>
              <a:prstGeom prst="ellipse">
                <a:avLst/>
              </a:prstGeom>
              <a:blipFill>
                <a:blip r:embed="rId5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1FC1FF1F-C550-405D-AD99-47238A713625}"/>
                  </a:ext>
                </a:extLst>
              </p:cNvPr>
              <p:cNvSpPr txBox="1"/>
              <p:nvPr/>
            </p:nvSpPr>
            <p:spPr>
              <a:xfrm>
                <a:off x="3942751" y="1614337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47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1FC1FF1F-C550-405D-AD99-47238A713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751" y="1614337"/>
                <a:ext cx="501870" cy="476071"/>
              </a:xfrm>
              <a:prstGeom prst="ellipse">
                <a:avLst/>
              </a:prstGeom>
              <a:blipFill>
                <a:blip r:embed="rId5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4CCAD4C6-9E86-4E74-90B1-83C33C977A89}"/>
                  </a:ext>
                </a:extLst>
              </p:cNvPr>
              <p:cNvSpPr txBox="1"/>
              <p:nvPr/>
            </p:nvSpPr>
            <p:spPr>
              <a:xfrm>
                <a:off x="3949713" y="1886696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48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4CCAD4C6-9E86-4E74-90B1-83C33C977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713" y="1886696"/>
                <a:ext cx="501870" cy="476071"/>
              </a:xfrm>
              <a:prstGeom prst="ellipse">
                <a:avLst/>
              </a:prstGeom>
              <a:blipFill>
                <a:blip r:embed="rId5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C6C11843-1181-406E-86C5-FF6866653C2B}"/>
                  </a:ext>
                </a:extLst>
              </p:cNvPr>
              <p:cNvSpPr txBox="1"/>
              <p:nvPr/>
            </p:nvSpPr>
            <p:spPr>
              <a:xfrm>
                <a:off x="3940320" y="2101287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49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C6C11843-1181-406E-86C5-FF6866653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320" y="2101287"/>
                <a:ext cx="501870" cy="476071"/>
              </a:xfrm>
              <a:prstGeom prst="ellipse">
                <a:avLst/>
              </a:prstGeom>
              <a:blipFill>
                <a:blip r:embed="rId5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83CF1760-DAA4-4447-A014-35A193D9DE58}"/>
                  </a:ext>
                </a:extLst>
              </p:cNvPr>
              <p:cNvSpPr/>
              <p:nvPr/>
            </p:nvSpPr>
            <p:spPr>
              <a:xfrm>
                <a:off x="1300547" y="4780297"/>
                <a:ext cx="5908576" cy="5488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sub>
                        </m:sSub>
                      </m:den>
                    </m:f>
                    <m:r>
                      <a:rPr lang="en-US" altLang="zh-TW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+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83CF1760-DAA4-4447-A014-35A193D9DE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547" y="4780297"/>
                <a:ext cx="5908576" cy="548868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矩形 102">
            <a:extLst>
              <a:ext uri="{FF2B5EF4-FFF2-40B4-BE49-F238E27FC236}">
                <a16:creationId xmlns:a16="http://schemas.microsoft.com/office/drawing/2014/main" id="{3D144056-F18D-4981-9AB8-66EAD9519149}"/>
              </a:ext>
            </a:extLst>
          </p:cNvPr>
          <p:cNvSpPr/>
          <p:nvPr/>
        </p:nvSpPr>
        <p:spPr>
          <a:xfrm>
            <a:off x="2008598" y="2743812"/>
            <a:ext cx="483018" cy="53957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4" name="直線單箭頭接點 103">
            <a:extLst>
              <a:ext uri="{FF2B5EF4-FFF2-40B4-BE49-F238E27FC236}">
                <a16:creationId xmlns:a16="http://schemas.microsoft.com/office/drawing/2014/main" id="{DA24D84B-F722-43C2-B0C8-B0BBF7A60D30}"/>
              </a:ext>
            </a:extLst>
          </p:cNvPr>
          <p:cNvCxnSpPr>
            <a:cxnSpLocks/>
          </p:cNvCxnSpPr>
          <p:nvPr/>
        </p:nvCxnSpPr>
        <p:spPr>
          <a:xfrm flipH="1">
            <a:off x="1607653" y="3297952"/>
            <a:ext cx="390367" cy="119378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>
            <a:extLst>
              <a:ext uri="{FF2B5EF4-FFF2-40B4-BE49-F238E27FC236}">
                <a16:creationId xmlns:a16="http://schemas.microsoft.com/office/drawing/2014/main" id="{F2EB2138-589C-472F-B4BB-1A685096D208}"/>
              </a:ext>
            </a:extLst>
          </p:cNvPr>
          <p:cNvSpPr/>
          <p:nvPr/>
        </p:nvSpPr>
        <p:spPr>
          <a:xfrm>
            <a:off x="1364092" y="3423282"/>
            <a:ext cx="483018" cy="53957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C1F0041A-2514-4143-8AA3-B42E35052692}"/>
              </a:ext>
            </a:extLst>
          </p:cNvPr>
          <p:cNvSpPr/>
          <p:nvPr/>
        </p:nvSpPr>
        <p:spPr>
          <a:xfrm>
            <a:off x="2008598" y="3439683"/>
            <a:ext cx="483018" cy="539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D1B1AD3D-3DE4-4D56-9726-DD9262D885E0}"/>
              </a:ext>
            </a:extLst>
          </p:cNvPr>
          <p:cNvCxnSpPr>
            <a:cxnSpLocks/>
          </p:cNvCxnSpPr>
          <p:nvPr/>
        </p:nvCxnSpPr>
        <p:spPr>
          <a:xfrm flipH="1">
            <a:off x="1607653" y="3993823"/>
            <a:ext cx="390367" cy="1193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14CA639A-3113-4515-8C9B-8871ED5846AC}"/>
              </a:ext>
            </a:extLst>
          </p:cNvPr>
          <p:cNvSpPr/>
          <p:nvPr/>
        </p:nvSpPr>
        <p:spPr>
          <a:xfrm>
            <a:off x="1364092" y="4119153"/>
            <a:ext cx="483018" cy="539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3125FB97-FFAB-4290-8C7D-AD44C2BBDC45}"/>
              </a:ext>
            </a:extLst>
          </p:cNvPr>
          <p:cNvSpPr/>
          <p:nvPr/>
        </p:nvSpPr>
        <p:spPr>
          <a:xfrm>
            <a:off x="2016371" y="4134615"/>
            <a:ext cx="483018" cy="53957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0" name="直線單箭頭接點 109">
            <a:extLst>
              <a:ext uri="{FF2B5EF4-FFF2-40B4-BE49-F238E27FC236}">
                <a16:creationId xmlns:a16="http://schemas.microsoft.com/office/drawing/2014/main" id="{7C703175-91E8-4E7F-88D2-B8D0A0C7FE0D}"/>
              </a:ext>
            </a:extLst>
          </p:cNvPr>
          <p:cNvCxnSpPr>
            <a:cxnSpLocks/>
          </p:cNvCxnSpPr>
          <p:nvPr/>
        </p:nvCxnSpPr>
        <p:spPr>
          <a:xfrm flipH="1">
            <a:off x="1689399" y="4681774"/>
            <a:ext cx="390367" cy="11937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44F52E0E-2533-4003-AEF0-980B4CBC3167}"/>
              </a:ext>
            </a:extLst>
          </p:cNvPr>
          <p:cNvSpPr/>
          <p:nvPr/>
        </p:nvSpPr>
        <p:spPr>
          <a:xfrm>
            <a:off x="1363015" y="4812083"/>
            <a:ext cx="483018" cy="53957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4D97EF28-EF64-451F-AEB3-7B6DAD25C2A9}"/>
              </a:ext>
            </a:extLst>
          </p:cNvPr>
          <p:cNvSpPr/>
          <p:nvPr/>
        </p:nvSpPr>
        <p:spPr>
          <a:xfrm>
            <a:off x="2050364" y="4803347"/>
            <a:ext cx="483018" cy="539571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3" name="直線單箭頭接點 112">
            <a:extLst>
              <a:ext uri="{FF2B5EF4-FFF2-40B4-BE49-F238E27FC236}">
                <a16:creationId xmlns:a16="http://schemas.microsoft.com/office/drawing/2014/main" id="{81BF09C8-032E-4A12-B066-5B1B7EC09D83}"/>
              </a:ext>
            </a:extLst>
          </p:cNvPr>
          <p:cNvCxnSpPr>
            <a:cxnSpLocks/>
          </p:cNvCxnSpPr>
          <p:nvPr/>
        </p:nvCxnSpPr>
        <p:spPr>
          <a:xfrm flipH="1">
            <a:off x="1766407" y="5357242"/>
            <a:ext cx="390367" cy="11937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 113">
            <a:extLst>
              <a:ext uri="{FF2B5EF4-FFF2-40B4-BE49-F238E27FC236}">
                <a16:creationId xmlns:a16="http://schemas.microsoft.com/office/drawing/2014/main" id="{24DDAF03-ACA2-4624-B204-A7DB95EF9A23}"/>
              </a:ext>
            </a:extLst>
          </p:cNvPr>
          <p:cNvSpPr/>
          <p:nvPr/>
        </p:nvSpPr>
        <p:spPr>
          <a:xfrm>
            <a:off x="1363015" y="5531763"/>
            <a:ext cx="483018" cy="539571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6677FF06-97AA-4392-9FFF-9991A45E0462}"/>
              </a:ext>
            </a:extLst>
          </p:cNvPr>
          <p:cNvSpPr txBox="1"/>
          <p:nvPr/>
        </p:nvSpPr>
        <p:spPr>
          <a:xfrm>
            <a:off x="3456493" y="2746594"/>
            <a:ext cx="36751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“</a:t>
            </a:r>
            <a:r>
              <a:rPr lang="zh-TW" altLang="en-US" dirty="0"/>
              <a:t>假設都沒有</a:t>
            </a:r>
            <a:r>
              <a:rPr lang="en-US" altLang="zh-TW" dirty="0"/>
              <a:t>activation </a:t>
            </a:r>
            <a:r>
              <a:rPr lang="en-US" altLang="zh-TW" dirty="0" err="1"/>
              <a:t>func</a:t>
            </a:r>
            <a:r>
              <a:rPr lang="zh-TW" altLang="en-US" dirty="0"/>
              <a:t>跟 </a:t>
            </a:r>
            <a:r>
              <a:rPr lang="en-US" altLang="zh-TW" dirty="0"/>
              <a:t>bias”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1628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685413C-69B8-49CD-B5DE-3EBCB4C15C12}"/>
              </a:ext>
            </a:extLst>
          </p:cNvPr>
          <p:cNvSpPr txBox="1"/>
          <p:nvPr/>
        </p:nvSpPr>
        <p:spPr>
          <a:xfrm>
            <a:off x="0" y="362138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/>
              <a:t>結論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B766DF8-6413-4CAE-AB8C-95018B27B494}"/>
                  </a:ext>
                </a:extLst>
              </p:cNvPr>
              <p:cNvSpPr/>
              <p:nvPr/>
            </p:nvSpPr>
            <p:spPr>
              <a:xfrm>
                <a:off x="1226067" y="1152709"/>
                <a:ext cx="2380780" cy="5049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zh-TW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先</m:t>
                    </m:r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拆成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B766DF8-6413-4CAE-AB8C-95018B27B4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067" y="1152709"/>
                <a:ext cx="2380780" cy="504946"/>
              </a:xfrm>
              <a:prstGeom prst="rect">
                <a:avLst/>
              </a:prstGeom>
              <a:blipFill>
                <a:blip r:embed="rId3"/>
                <a:stretch>
                  <a:fillRect b="-72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8032D5C-6926-4ED7-8F3A-B7041FFE39FD}"/>
              </a:ext>
            </a:extLst>
          </p:cNvPr>
          <p:cNvCxnSpPr>
            <a:cxnSpLocks/>
          </p:cNvCxnSpPr>
          <p:nvPr/>
        </p:nvCxnSpPr>
        <p:spPr>
          <a:xfrm>
            <a:off x="3457605" y="1657655"/>
            <a:ext cx="317236" cy="20796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D21D9E6-0F73-4D58-89D0-0187C3FBA2ED}"/>
              </a:ext>
            </a:extLst>
          </p:cNvPr>
          <p:cNvSpPr txBox="1"/>
          <p:nvPr/>
        </p:nvSpPr>
        <p:spPr>
          <a:xfrm>
            <a:off x="3293863" y="1813160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Forward pass</a:t>
            </a:r>
            <a:r>
              <a:rPr lang="zh-TW" altLang="en-US" dirty="0">
                <a:solidFill>
                  <a:srgbClr val="0000FF"/>
                </a:solidFill>
              </a:rPr>
              <a:t>解決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634F907-54DC-4179-BBED-A8ED5540F529}"/>
              </a:ext>
            </a:extLst>
          </p:cNvPr>
          <p:cNvCxnSpPr>
            <a:cxnSpLocks/>
          </p:cNvCxnSpPr>
          <p:nvPr/>
        </p:nvCxnSpPr>
        <p:spPr>
          <a:xfrm flipH="1">
            <a:off x="2416457" y="1657655"/>
            <a:ext cx="253498" cy="2079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DC78468-C8E7-4D32-B75E-A27368BC4D61}"/>
              </a:ext>
            </a:extLst>
          </p:cNvPr>
          <p:cNvSpPr txBox="1"/>
          <p:nvPr/>
        </p:nvSpPr>
        <p:spPr>
          <a:xfrm>
            <a:off x="1138431" y="1813160"/>
            <a:ext cx="203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Backward pass</a:t>
            </a:r>
            <a:r>
              <a:rPr lang="zh-TW" altLang="en-US" dirty="0">
                <a:solidFill>
                  <a:srgbClr val="FF0000"/>
                </a:solidFill>
              </a:rPr>
              <a:t>解決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12C52D7-A33F-4F33-BDA1-72FC696CF35A}"/>
              </a:ext>
            </a:extLst>
          </p:cNvPr>
          <p:cNvSpPr/>
          <p:nvPr/>
        </p:nvSpPr>
        <p:spPr>
          <a:xfrm>
            <a:off x="2606579" y="1152709"/>
            <a:ext cx="525100" cy="504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DFB4A56-3147-4942-8423-422AE50D4F57}"/>
              </a:ext>
            </a:extLst>
          </p:cNvPr>
          <p:cNvSpPr/>
          <p:nvPr/>
        </p:nvSpPr>
        <p:spPr>
          <a:xfrm>
            <a:off x="3158062" y="1153833"/>
            <a:ext cx="430679" cy="504946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08C20AD-7C55-45A7-BA0E-BA1C6DD6A921}"/>
              </a:ext>
            </a:extLst>
          </p:cNvPr>
          <p:cNvSpPr/>
          <p:nvPr/>
        </p:nvSpPr>
        <p:spPr>
          <a:xfrm>
            <a:off x="6408900" y="1326309"/>
            <a:ext cx="4922520" cy="2301240"/>
          </a:xfrm>
          <a:prstGeom prst="rect">
            <a:avLst/>
          </a:prstGeom>
          <a:blipFill dpi="0" rotWithShape="1">
            <a:blip r:embed="rId4">
              <a:alphaModFix amt="3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2B398DA8-3AD5-4EBA-9FEB-5D086C4A7D38}"/>
              </a:ext>
            </a:extLst>
          </p:cNvPr>
          <p:cNvCxnSpPr>
            <a:cxnSpLocks/>
          </p:cNvCxnSpPr>
          <p:nvPr/>
        </p:nvCxnSpPr>
        <p:spPr>
          <a:xfrm flipV="1">
            <a:off x="6687100" y="1441218"/>
            <a:ext cx="840582" cy="12114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C4D72FF-1AC1-47C0-A20E-0B2BFE03913E}"/>
                  </a:ext>
                </a:extLst>
              </p:cNvPr>
              <p:cNvSpPr txBox="1"/>
              <p:nvPr/>
            </p:nvSpPr>
            <p:spPr>
              <a:xfrm>
                <a:off x="6843381" y="1163234"/>
                <a:ext cx="4717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16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C4D72FF-1AC1-47C0-A20E-0B2BFE039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3381" y="1163234"/>
                <a:ext cx="471796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402689AE-FFB7-43E6-B203-50B324B675EB}"/>
                  </a:ext>
                </a:extLst>
              </p:cNvPr>
              <p:cNvSpPr/>
              <p:nvPr/>
            </p:nvSpPr>
            <p:spPr>
              <a:xfrm>
                <a:off x="11224308" y="2198666"/>
                <a:ext cx="6987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402689AE-FFB7-43E6-B203-50B324B675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4308" y="2198666"/>
                <a:ext cx="69871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>
            <a:extLst>
              <a:ext uri="{FF2B5EF4-FFF2-40B4-BE49-F238E27FC236}">
                <a16:creationId xmlns:a16="http://schemas.microsoft.com/office/drawing/2014/main" id="{3D5CAF9D-7D27-4FBD-B9F2-5C84050660EB}"/>
              </a:ext>
            </a:extLst>
          </p:cNvPr>
          <p:cNvSpPr/>
          <p:nvPr/>
        </p:nvSpPr>
        <p:spPr>
          <a:xfrm>
            <a:off x="10337111" y="1699739"/>
            <a:ext cx="946684" cy="160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2B21D2A7-4C84-45A4-BBF4-7147F84C8E37}"/>
              </a:ext>
            </a:extLst>
          </p:cNvPr>
          <p:cNvCxnSpPr>
            <a:cxnSpLocks/>
          </p:cNvCxnSpPr>
          <p:nvPr/>
        </p:nvCxnSpPr>
        <p:spPr>
          <a:xfrm>
            <a:off x="7688128" y="1425978"/>
            <a:ext cx="861060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C2A66041-0B16-488E-A637-F9D457D45AD2}"/>
              </a:ext>
            </a:extLst>
          </p:cNvPr>
          <p:cNvCxnSpPr>
            <a:cxnSpLocks/>
            <a:endCxn id="82" idx="0"/>
          </p:cNvCxnSpPr>
          <p:nvPr/>
        </p:nvCxnSpPr>
        <p:spPr>
          <a:xfrm flipV="1">
            <a:off x="7698189" y="1421449"/>
            <a:ext cx="908634" cy="26313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24A83643-8BFF-45F3-A6CA-7C1AB3F7AF82}"/>
              </a:ext>
            </a:extLst>
          </p:cNvPr>
          <p:cNvCxnSpPr>
            <a:cxnSpLocks/>
          </p:cNvCxnSpPr>
          <p:nvPr/>
        </p:nvCxnSpPr>
        <p:spPr>
          <a:xfrm flipV="1">
            <a:off x="7683783" y="1411091"/>
            <a:ext cx="860512" cy="578671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410A2B28-B941-4414-B9DF-10D5327131BA}"/>
              </a:ext>
            </a:extLst>
          </p:cNvPr>
          <p:cNvCxnSpPr>
            <a:cxnSpLocks/>
          </p:cNvCxnSpPr>
          <p:nvPr/>
        </p:nvCxnSpPr>
        <p:spPr>
          <a:xfrm flipV="1">
            <a:off x="7667238" y="1381662"/>
            <a:ext cx="897640" cy="830233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1871564D-8116-41C6-B783-34B20BFE6110}"/>
              </a:ext>
            </a:extLst>
          </p:cNvPr>
          <p:cNvCxnSpPr>
            <a:cxnSpLocks/>
          </p:cNvCxnSpPr>
          <p:nvPr/>
        </p:nvCxnSpPr>
        <p:spPr>
          <a:xfrm flipH="1" flipV="1">
            <a:off x="9757188" y="1477606"/>
            <a:ext cx="837763" cy="61145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1FF6AD0D-BB84-4ADE-B62E-BE30CB2AA51E}"/>
              </a:ext>
            </a:extLst>
          </p:cNvPr>
          <p:cNvCxnSpPr>
            <a:cxnSpLocks/>
          </p:cNvCxnSpPr>
          <p:nvPr/>
        </p:nvCxnSpPr>
        <p:spPr>
          <a:xfrm flipH="1" flipV="1">
            <a:off x="9755604" y="1477606"/>
            <a:ext cx="848293" cy="861613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01EEA7F7-6F16-4345-AA57-DA8FD772E0A0}"/>
              </a:ext>
            </a:extLst>
          </p:cNvPr>
          <p:cNvCxnSpPr>
            <a:cxnSpLocks/>
          </p:cNvCxnSpPr>
          <p:nvPr/>
        </p:nvCxnSpPr>
        <p:spPr>
          <a:xfrm flipH="1" flipV="1">
            <a:off x="9740096" y="1477606"/>
            <a:ext cx="851574" cy="1112510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89D5EAEA-D414-49B1-AA42-8E846F41D7CF}"/>
              </a:ext>
            </a:extLst>
          </p:cNvPr>
          <p:cNvCxnSpPr>
            <a:cxnSpLocks/>
          </p:cNvCxnSpPr>
          <p:nvPr/>
        </p:nvCxnSpPr>
        <p:spPr>
          <a:xfrm flipH="1" flipV="1">
            <a:off x="9755604" y="1477606"/>
            <a:ext cx="848293" cy="1399977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278279D3-3BEF-4E55-983C-64105D1FD79C}"/>
              </a:ext>
            </a:extLst>
          </p:cNvPr>
          <p:cNvCxnSpPr>
            <a:cxnSpLocks/>
          </p:cNvCxnSpPr>
          <p:nvPr/>
        </p:nvCxnSpPr>
        <p:spPr>
          <a:xfrm>
            <a:off x="8721142" y="1439207"/>
            <a:ext cx="861060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600940A7-AD7F-4DCF-AC52-569BEDACB1B7}"/>
              </a:ext>
            </a:extLst>
          </p:cNvPr>
          <p:cNvCxnSpPr>
            <a:cxnSpLocks/>
          </p:cNvCxnSpPr>
          <p:nvPr/>
        </p:nvCxnSpPr>
        <p:spPr>
          <a:xfrm>
            <a:off x="8721142" y="1439207"/>
            <a:ext cx="861060" cy="28850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52B6855E-7EE7-4BAC-87FB-E1E44436AEEF}"/>
              </a:ext>
            </a:extLst>
          </p:cNvPr>
          <p:cNvCxnSpPr>
            <a:cxnSpLocks/>
          </p:cNvCxnSpPr>
          <p:nvPr/>
        </p:nvCxnSpPr>
        <p:spPr>
          <a:xfrm>
            <a:off x="8735066" y="1439206"/>
            <a:ext cx="847136" cy="55055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7C655F99-F9F1-4A05-AD91-633769021B11}"/>
              </a:ext>
            </a:extLst>
          </p:cNvPr>
          <p:cNvCxnSpPr>
            <a:cxnSpLocks/>
          </p:cNvCxnSpPr>
          <p:nvPr/>
        </p:nvCxnSpPr>
        <p:spPr>
          <a:xfrm>
            <a:off x="8721142" y="1452436"/>
            <a:ext cx="861060" cy="759459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F3133BF8-8835-4D96-B734-B76318C706D3}"/>
              </a:ext>
            </a:extLst>
          </p:cNvPr>
          <p:cNvCxnSpPr>
            <a:cxnSpLocks/>
          </p:cNvCxnSpPr>
          <p:nvPr/>
        </p:nvCxnSpPr>
        <p:spPr>
          <a:xfrm>
            <a:off x="8735066" y="1452436"/>
            <a:ext cx="847136" cy="1025343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264950F4-471F-481D-BB4B-0023EAA7D28A}"/>
              </a:ext>
            </a:extLst>
          </p:cNvPr>
          <p:cNvCxnSpPr>
            <a:cxnSpLocks/>
          </p:cNvCxnSpPr>
          <p:nvPr/>
        </p:nvCxnSpPr>
        <p:spPr>
          <a:xfrm>
            <a:off x="8735066" y="1452436"/>
            <a:ext cx="847136" cy="1306661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B60F7A4B-9472-4121-ACF9-8C0A668C4A67}"/>
              </a:ext>
            </a:extLst>
          </p:cNvPr>
          <p:cNvCxnSpPr>
            <a:cxnSpLocks/>
          </p:cNvCxnSpPr>
          <p:nvPr/>
        </p:nvCxnSpPr>
        <p:spPr>
          <a:xfrm>
            <a:off x="8742028" y="1454447"/>
            <a:ext cx="854098" cy="157135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65D173D5-5454-4E37-80C6-4DD57FE25437}"/>
              </a:ext>
            </a:extLst>
          </p:cNvPr>
          <p:cNvCxnSpPr>
            <a:cxnSpLocks/>
          </p:cNvCxnSpPr>
          <p:nvPr/>
        </p:nvCxnSpPr>
        <p:spPr>
          <a:xfrm>
            <a:off x="8735066" y="1439205"/>
            <a:ext cx="861060" cy="1821542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3584B636-4EA7-4FFF-AA6E-33C315FDBEF7}"/>
              </a:ext>
            </a:extLst>
          </p:cNvPr>
          <p:cNvCxnSpPr>
            <a:cxnSpLocks/>
          </p:cNvCxnSpPr>
          <p:nvPr/>
        </p:nvCxnSpPr>
        <p:spPr>
          <a:xfrm>
            <a:off x="8719695" y="1434066"/>
            <a:ext cx="876431" cy="2091115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376AD513-F518-47D6-B190-3E3EC34612E7}"/>
                  </a:ext>
                </a:extLst>
              </p:cNvPr>
              <p:cNvSpPr txBox="1"/>
              <p:nvPr/>
            </p:nvSpPr>
            <p:spPr>
              <a:xfrm>
                <a:off x="7790022" y="1167027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376AD513-F518-47D6-B190-3E3EC3461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0022" y="1167027"/>
                <a:ext cx="563103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82FDBBE9-BEF1-45B3-9613-876234F17D19}"/>
                  </a:ext>
                </a:extLst>
              </p:cNvPr>
              <p:cNvSpPr txBox="1"/>
              <p:nvPr/>
            </p:nvSpPr>
            <p:spPr>
              <a:xfrm>
                <a:off x="7782177" y="1363725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82FDBBE9-BEF1-45B3-9613-876234F17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177" y="1363725"/>
                <a:ext cx="563103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FA7F0FDF-9B6C-4B16-8EE6-612DD339CDAE}"/>
                  </a:ext>
                </a:extLst>
              </p:cNvPr>
              <p:cNvSpPr/>
              <p:nvPr/>
            </p:nvSpPr>
            <p:spPr>
              <a:xfrm>
                <a:off x="10489337" y="1821810"/>
                <a:ext cx="4672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FA7F0FDF-9B6C-4B16-8EE6-612DD339CD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9337" y="1821810"/>
                <a:ext cx="467244" cy="369332"/>
              </a:xfrm>
              <a:prstGeom prst="rect">
                <a:avLst/>
              </a:prstGeom>
              <a:blipFill>
                <a:blip r:embed="rId9"/>
                <a:stretch>
                  <a:fillRect t="-5000" r="-14474"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2199DD10-76CD-4E93-962C-1AABB131C121}"/>
                  </a:ext>
                </a:extLst>
              </p:cNvPr>
              <p:cNvSpPr/>
              <p:nvPr/>
            </p:nvSpPr>
            <p:spPr>
              <a:xfrm>
                <a:off x="10504782" y="2112081"/>
                <a:ext cx="4725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2199DD10-76CD-4E93-962C-1AABB131C1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782" y="2112081"/>
                <a:ext cx="472565" cy="369332"/>
              </a:xfrm>
              <a:prstGeom prst="rect">
                <a:avLst/>
              </a:prstGeom>
              <a:blipFill>
                <a:blip r:embed="rId10"/>
                <a:stretch>
                  <a:fillRect t="-4918" r="-12821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3738CBB6-6F66-458F-AE8D-0762F53D4588}"/>
                  </a:ext>
                </a:extLst>
              </p:cNvPr>
              <p:cNvSpPr/>
              <p:nvPr/>
            </p:nvSpPr>
            <p:spPr>
              <a:xfrm>
                <a:off x="10504782" y="2379812"/>
                <a:ext cx="4725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3738CBB6-6F66-458F-AE8D-0762F53D45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782" y="2379812"/>
                <a:ext cx="472565" cy="369332"/>
              </a:xfrm>
              <a:prstGeom prst="rect">
                <a:avLst/>
              </a:prstGeom>
              <a:blipFill>
                <a:blip r:embed="rId11"/>
                <a:stretch>
                  <a:fillRect t="-4918" r="-12821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F311447C-4361-4EF9-BAB1-659F114B4A45}"/>
                  </a:ext>
                </a:extLst>
              </p:cNvPr>
              <p:cNvSpPr/>
              <p:nvPr/>
            </p:nvSpPr>
            <p:spPr>
              <a:xfrm>
                <a:off x="10520227" y="2670083"/>
                <a:ext cx="4626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F311447C-4361-4EF9-BAB1-659F114B4A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0227" y="2670083"/>
                <a:ext cx="462691" cy="369332"/>
              </a:xfrm>
              <a:prstGeom prst="rect">
                <a:avLst/>
              </a:prstGeom>
              <a:blipFill>
                <a:blip r:embed="rId12"/>
                <a:stretch>
                  <a:fillRect t="-4918" r="-13158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2EAED889-9658-4AC7-B8BD-1A5D0DF98BCF}"/>
                  </a:ext>
                </a:extLst>
              </p:cNvPr>
              <p:cNvSpPr txBox="1"/>
              <p:nvPr/>
            </p:nvSpPr>
            <p:spPr>
              <a:xfrm>
                <a:off x="9399841" y="1164551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2EAED889-9658-4AC7-B8BD-1A5D0DF98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9841" y="1164551"/>
                <a:ext cx="501870" cy="476071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27BEF42-66AA-4D58-94B1-9D213AD1FEBF}"/>
                  </a:ext>
                </a:extLst>
              </p:cNvPr>
              <p:cNvSpPr txBox="1"/>
              <p:nvPr/>
            </p:nvSpPr>
            <p:spPr>
              <a:xfrm>
                <a:off x="6305218" y="1294967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27BEF42-66AA-4D58-94B1-9D213AD1F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218" y="1294967"/>
                <a:ext cx="501870" cy="476071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A25CA6CE-CBE5-42AF-9024-103F22485909}"/>
                  </a:ext>
                </a:extLst>
              </p:cNvPr>
              <p:cNvSpPr txBox="1"/>
              <p:nvPr/>
            </p:nvSpPr>
            <p:spPr>
              <a:xfrm>
                <a:off x="7256194" y="1133923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A25CA6CE-CBE5-42AF-9024-103F22485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194" y="1133923"/>
                <a:ext cx="501870" cy="476071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41AF7626-5DA3-4ECF-A171-A3A9B11D0D39}"/>
                  </a:ext>
                </a:extLst>
              </p:cNvPr>
              <p:cNvSpPr txBox="1"/>
              <p:nvPr/>
            </p:nvSpPr>
            <p:spPr>
              <a:xfrm>
                <a:off x="8355888" y="1421449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41AF7626-5DA3-4ECF-A171-A3A9B11D0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888" y="1421449"/>
                <a:ext cx="501870" cy="476071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DF060EE7-BC61-41B5-8619-05E6D46D9829}"/>
                  </a:ext>
                </a:extLst>
              </p:cNvPr>
              <p:cNvSpPr txBox="1"/>
              <p:nvPr/>
            </p:nvSpPr>
            <p:spPr>
              <a:xfrm>
                <a:off x="8354461" y="1683257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DF060EE7-BC61-41B5-8619-05E6D46D9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461" y="1683257"/>
                <a:ext cx="501870" cy="476071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41693E9F-3B15-4740-9EFE-A2D3219A6F2C}"/>
                  </a:ext>
                </a:extLst>
              </p:cNvPr>
              <p:cNvSpPr txBox="1"/>
              <p:nvPr/>
            </p:nvSpPr>
            <p:spPr>
              <a:xfrm>
                <a:off x="8352820" y="1949399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41693E9F-3B15-4740-9EFE-A2D3219A6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820" y="1949399"/>
                <a:ext cx="501870" cy="476071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D3E259A5-C881-45B9-B029-8A9A81271235}"/>
                  </a:ext>
                </a:extLst>
              </p:cNvPr>
              <p:cNvSpPr txBox="1"/>
              <p:nvPr/>
            </p:nvSpPr>
            <p:spPr>
              <a:xfrm>
                <a:off x="8382371" y="2182842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D3E259A5-C881-45B9-B029-8A9A81271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371" y="2182842"/>
                <a:ext cx="501870" cy="476071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FCCC7B93-C955-467F-873B-9294C3971B61}"/>
                  </a:ext>
                </a:extLst>
              </p:cNvPr>
              <p:cNvSpPr txBox="1"/>
              <p:nvPr/>
            </p:nvSpPr>
            <p:spPr>
              <a:xfrm>
                <a:off x="8362945" y="2453032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36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FCCC7B93-C955-467F-873B-9294C3971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945" y="2453032"/>
                <a:ext cx="501870" cy="476071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80CA4FBB-F3CE-4CF1-9700-9A4DA4070EB4}"/>
                  </a:ext>
                </a:extLst>
              </p:cNvPr>
              <p:cNvSpPr txBox="1"/>
              <p:nvPr/>
            </p:nvSpPr>
            <p:spPr>
              <a:xfrm>
                <a:off x="8389540" y="2704508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37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80CA4FBB-F3CE-4CF1-9700-9A4DA4070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540" y="2704508"/>
                <a:ext cx="501870" cy="476071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019F0045-46AE-4918-864D-F586EC010F5F}"/>
                  </a:ext>
                </a:extLst>
              </p:cNvPr>
              <p:cNvSpPr txBox="1"/>
              <p:nvPr/>
            </p:nvSpPr>
            <p:spPr>
              <a:xfrm>
                <a:off x="8396502" y="2976867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38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019F0045-46AE-4918-864D-F586EC010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502" y="2976867"/>
                <a:ext cx="501870" cy="476071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074D760C-2AE6-47E1-A0D2-EF94F23D7C68}"/>
                  </a:ext>
                </a:extLst>
              </p:cNvPr>
              <p:cNvSpPr txBox="1"/>
              <p:nvPr/>
            </p:nvSpPr>
            <p:spPr>
              <a:xfrm>
                <a:off x="8387109" y="3191458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39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074D760C-2AE6-47E1-A0D2-EF94F23D7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109" y="3191458"/>
                <a:ext cx="501870" cy="476071"/>
              </a:xfrm>
              <a:prstGeom prst="ellipse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DED4ABFB-55C9-44CD-A7D9-D8F8389E4B7D}"/>
                  </a:ext>
                </a:extLst>
              </p:cNvPr>
              <p:cNvSpPr txBox="1"/>
              <p:nvPr/>
            </p:nvSpPr>
            <p:spPr>
              <a:xfrm>
                <a:off x="9431679" y="1426827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42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DED4ABFB-55C9-44CD-A7D9-D8F8389E4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679" y="1426827"/>
                <a:ext cx="501870" cy="476071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5B9964AD-1ABE-4DB9-A9FC-E40CFFF2E829}"/>
                  </a:ext>
                </a:extLst>
              </p:cNvPr>
              <p:cNvSpPr txBox="1"/>
              <p:nvPr/>
            </p:nvSpPr>
            <p:spPr>
              <a:xfrm>
                <a:off x="9430252" y="1688635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43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5B9964AD-1ABE-4DB9-A9FC-E40CFFF2E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0252" y="1688635"/>
                <a:ext cx="501870" cy="476071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056FC1B5-C074-4FE9-B68B-410088550150}"/>
                  </a:ext>
                </a:extLst>
              </p:cNvPr>
              <p:cNvSpPr txBox="1"/>
              <p:nvPr/>
            </p:nvSpPr>
            <p:spPr>
              <a:xfrm>
                <a:off x="9428611" y="1954777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44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056FC1B5-C074-4FE9-B68B-410088550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8611" y="1954777"/>
                <a:ext cx="501870" cy="476071"/>
              </a:xfrm>
              <a:prstGeom prst="ellipse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6908BC27-4C36-439F-99BD-B46D4B283F7D}"/>
                  </a:ext>
                </a:extLst>
              </p:cNvPr>
              <p:cNvSpPr txBox="1"/>
              <p:nvPr/>
            </p:nvSpPr>
            <p:spPr>
              <a:xfrm>
                <a:off x="9458162" y="2188220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45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6908BC27-4C36-439F-99BD-B46D4B283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8162" y="2188220"/>
                <a:ext cx="501870" cy="476071"/>
              </a:xfrm>
              <a:prstGeom prst="ellipse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DF907E74-46DB-49A0-AA69-975295661A44}"/>
                  </a:ext>
                </a:extLst>
              </p:cNvPr>
              <p:cNvSpPr txBox="1"/>
              <p:nvPr/>
            </p:nvSpPr>
            <p:spPr>
              <a:xfrm>
                <a:off x="9438736" y="2458410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46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DF907E74-46DB-49A0-AA69-975295661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8736" y="2458410"/>
                <a:ext cx="501870" cy="476071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42EF45C3-4620-407D-A0AB-C460347D5343}"/>
                  </a:ext>
                </a:extLst>
              </p:cNvPr>
              <p:cNvSpPr txBox="1"/>
              <p:nvPr/>
            </p:nvSpPr>
            <p:spPr>
              <a:xfrm>
                <a:off x="9465331" y="2709886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47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42EF45C3-4620-407D-A0AB-C460347D5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5331" y="2709886"/>
                <a:ext cx="501870" cy="476071"/>
              </a:xfrm>
              <a:prstGeom prst="ellipse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425D555F-3291-4710-B561-AA7F5B080D4A}"/>
                  </a:ext>
                </a:extLst>
              </p:cNvPr>
              <p:cNvSpPr txBox="1"/>
              <p:nvPr/>
            </p:nvSpPr>
            <p:spPr>
              <a:xfrm>
                <a:off x="9472293" y="2982245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48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425D555F-3291-4710-B561-AA7F5B080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293" y="2982245"/>
                <a:ext cx="501870" cy="476071"/>
              </a:xfrm>
              <a:prstGeom prst="ellipse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E8DF9CE1-78EB-4724-839E-4429B7DC2E6A}"/>
                  </a:ext>
                </a:extLst>
              </p:cNvPr>
              <p:cNvSpPr txBox="1"/>
              <p:nvPr/>
            </p:nvSpPr>
            <p:spPr>
              <a:xfrm>
                <a:off x="9462900" y="3196836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49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E8DF9CE1-78EB-4724-839E-4429B7DC2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2900" y="3196836"/>
                <a:ext cx="501870" cy="476071"/>
              </a:xfrm>
              <a:prstGeom prst="ellipse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橢圓 97">
            <a:extLst>
              <a:ext uri="{FF2B5EF4-FFF2-40B4-BE49-F238E27FC236}">
                <a16:creationId xmlns:a16="http://schemas.microsoft.com/office/drawing/2014/main" id="{07FBCCE9-C891-489F-86A2-4C38DFA720A9}"/>
              </a:ext>
            </a:extLst>
          </p:cNvPr>
          <p:cNvSpPr/>
          <p:nvPr/>
        </p:nvSpPr>
        <p:spPr>
          <a:xfrm>
            <a:off x="768969" y="1277857"/>
            <a:ext cx="339614" cy="3396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96AAD9B6-CE6E-4375-B12E-E054D279E214}"/>
              </a:ext>
            </a:extLst>
          </p:cNvPr>
          <p:cNvSpPr/>
          <p:nvPr/>
        </p:nvSpPr>
        <p:spPr>
          <a:xfrm>
            <a:off x="766923" y="2600748"/>
            <a:ext cx="339614" cy="3396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AD43AB1D-0943-456E-B303-99AEE9FC46AD}"/>
                  </a:ext>
                </a:extLst>
              </p:cNvPr>
              <p:cNvSpPr/>
              <p:nvPr/>
            </p:nvSpPr>
            <p:spPr>
              <a:xfrm>
                <a:off x="1354407" y="2512369"/>
                <a:ext cx="1449436" cy="588559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輸出</m:t>
                        </m:r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輸入</m:t>
                        </m:r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dirty="0"/>
                  <a:t>權重</a:t>
                </a:r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AD43AB1D-0943-456E-B303-99AEE9FC4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407" y="2512369"/>
                <a:ext cx="1449436" cy="588559"/>
              </a:xfrm>
              <a:prstGeom prst="rect">
                <a:avLst/>
              </a:prstGeom>
              <a:blipFill>
                <a:blip r:embed="rId32"/>
                <a:stretch>
                  <a:fillRect r="-208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16714DE1-F651-4645-BDA2-1FA245147EA9}"/>
                  </a:ext>
                </a:extLst>
              </p:cNvPr>
              <p:cNvSpPr/>
              <p:nvPr/>
            </p:nvSpPr>
            <p:spPr>
              <a:xfrm>
                <a:off x="1354407" y="3100928"/>
                <a:ext cx="46604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29</m:t>
                              </m:r>
                            </m:sub>
                          </m:s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29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16714DE1-F651-4645-BDA2-1FA245147E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407" y="3100928"/>
                <a:ext cx="4660443" cy="369332"/>
              </a:xfrm>
              <a:prstGeom prst="rect">
                <a:avLst/>
              </a:prstGeom>
              <a:blipFill>
                <a:blip r:embed="rId3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FE994841-7B79-45DE-BCDC-C6655BC99EE1}"/>
                  </a:ext>
                </a:extLst>
              </p:cNvPr>
              <p:cNvSpPr/>
              <p:nvPr/>
            </p:nvSpPr>
            <p:spPr>
              <a:xfrm>
                <a:off x="1354407" y="3572725"/>
                <a:ext cx="1225335" cy="532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FE994841-7B79-45DE-BCDC-C6655BC99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407" y="3572725"/>
                <a:ext cx="1225335" cy="53239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橢圓 103">
            <a:extLst>
              <a:ext uri="{FF2B5EF4-FFF2-40B4-BE49-F238E27FC236}">
                <a16:creationId xmlns:a16="http://schemas.microsoft.com/office/drawing/2014/main" id="{43B657CE-0A8A-4538-A0AE-8DFE9CC538A1}"/>
              </a:ext>
            </a:extLst>
          </p:cNvPr>
          <p:cNvSpPr/>
          <p:nvPr/>
        </p:nvSpPr>
        <p:spPr>
          <a:xfrm>
            <a:off x="767073" y="4529311"/>
            <a:ext cx="339614" cy="3396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D2AC8EB-9AED-4A6D-9323-64301EE2A62E}"/>
                  </a:ext>
                </a:extLst>
              </p:cNvPr>
              <p:cNvSpPr/>
              <p:nvPr/>
            </p:nvSpPr>
            <p:spPr>
              <a:xfrm>
                <a:off x="1345490" y="4403941"/>
                <a:ext cx="1449436" cy="590354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輸出</m:t>
                        </m:r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權重</m:t>
                        </m:r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dirty="0"/>
                  <a:t>輸入</a:t>
                </a: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7D2AC8EB-9AED-4A6D-9323-64301EE2A6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490" y="4403941"/>
                <a:ext cx="1449436" cy="590354"/>
              </a:xfrm>
              <a:prstGeom prst="rect">
                <a:avLst/>
              </a:prstGeom>
              <a:blipFill>
                <a:blip r:embed="rId35"/>
                <a:stretch>
                  <a:fillRect r="-2092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438E929-4285-4F34-8A1B-2D0CE85675E6}"/>
                  </a:ext>
                </a:extLst>
              </p:cNvPr>
              <p:cNvSpPr/>
              <p:nvPr/>
            </p:nvSpPr>
            <p:spPr>
              <a:xfrm>
                <a:off x="1354407" y="5510076"/>
                <a:ext cx="1283172" cy="532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438E929-4285-4F34-8A1B-2D0CE85675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407" y="5510076"/>
                <a:ext cx="1283172" cy="53239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直線接點 118">
            <a:extLst>
              <a:ext uri="{FF2B5EF4-FFF2-40B4-BE49-F238E27FC236}">
                <a16:creationId xmlns:a16="http://schemas.microsoft.com/office/drawing/2014/main" id="{8FA85539-9843-46A0-942D-7A604FE0EE69}"/>
              </a:ext>
            </a:extLst>
          </p:cNvPr>
          <p:cNvCxnSpPr>
            <a:cxnSpLocks/>
          </p:cNvCxnSpPr>
          <p:nvPr/>
        </p:nvCxnSpPr>
        <p:spPr>
          <a:xfrm flipV="1">
            <a:off x="7683235" y="1420903"/>
            <a:ext cx="847490" cy="1031401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接點 121">
            <a:extLst>
              <a:ext uri="{FF2B5EF4-FFF2-40B4-BE49-F238E27FC236}">
                <a16:creationId xmlns:a16="http://schemas.microsoft.com/office/drawing/2014/main" id="{3DD7FBE7-1283-4EE3-B765-88E1E8A1391F}"/>
              </a:ext>
            </a:extLst>
          </p:cNvPr>
          <p:cNvCxnSpPr>
            <a:cxnSpLocks/>
          </p:cNvCxnSpPr>
          <p:nvPr/>
        </p:nvCxnSpPr>
        <p:spPr>
          <a:xfrm flipV="1">
            <a:off x="7696573" y="1417394"/>
            <a:ext cx="837903" cy="1307449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接點 122">
            <a:extLst>
              <a:ext uri="{FF2B5EF4-FFF2-40B4-BE49-F238E27FC236}">
                <a16:creationId xmlns:a16="http://schemas.microsoft.com/office/drawing/2014/main" id="{D977E2E7-D395-4BA4-A53B-91CFFCCF5D2F}"/>
              </a:ext>
            </a:extLst>
          </p:cNvPr>
          <p:cNvCxnSpPr>
            <a:cxnSpLocks/>
          </p:cNvCxnSpPr>
          <p:nvPr/>
        </p:nvCxnSpPr>
        <p:spPr>
          <a:xfrm flipV="1">
            <a:off x="7682167" y="1418122"/>
            <a:ext cx="845347" cy="1611905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接點 123">
            <a:extLst>
              <a:ext uri="{FF2B5EF4-FFF2-40B4-BE49-F238E27FC236}">
                <a16:creationId xmlns:a16="http://schemas.microsoft.com/office/drawing/2014/main" id="{F4402228-9381-4F23-95B8-D55009F8D0D0}"/>
              </a:ext>
            </a:extLst>
          </p:cNvPr>
          <p:cNvCxnSpPr>
            <a:cxnSpLocks/>
          </p:cNvCxnSpPr>
          <p:nvPr/>
        </p:nvCxnSpPr>
        <p:spPr>
          <a:xfrm flipV="1">
            <a:off x="7665622" y="1403268"/>
            <a:ext cx="869991" cy="1848891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接點 124">
            <a:extLst>
              <a:ext uri="{FF2B5EF4-FFF2-40B4-BE49-F238E27FC236}">
                <a16:creationId xmlns:a16="http://schemas.microsoft.com/office/drawing/2014/main" id="{5824726C-6B60-4159-B75C-DED0B14AC7CE}"/>
              </a:ext>
            </a:extLst>
          </p:cNvPr>
          <p:cNvCxnSpPr>
            <a:cxnSpLocks/>
          </p:cNvCxnSpPr>
          <p:nvPr/>
        </p:nvCxnSpPr>
        <p:spPr>
          <a:xfrm flipV="1">
            <a:off x="7681619" y="1404910"/>
            <a:ext cx="839407" cy="2087659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F157618D-50F1-4F2C-858E-10AC04698253}"/>
                  </a:ext>
                </a:extLst>
              </p:cNvPr>
              <p:cNvSpPr txBox="1"/>
              <p:nvPr/>
            </p:nvSpPr>
            <p:spPr>
              <a:xfrm>
                <a:off x="8311970" y="1134725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F157618D-50F1-4F2C-858E-10AC04698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970" y="1134725"/>
                <a:ext cx="501870" cy="476071"/>
              </a:xfrm>
              <a:prstGeom prst="ellipse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919BFBDF-4D28-41A8-A708-0A01888DDAA8}"/>
                  </a:ext>
                </a:extLst>
              </p:cNvPr>
              <p:cNvSpPr txBox="1"/>
              <p:nvPr/>
            </p:nvSpPr>
            <p:spPr>
              <a:xfrm>
                <a:off x="7740524" y="1561577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919BFBDF-4D28-41A8-A708-0A01888DD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524" y="1561577"/>
                <a:ext cx="563103" cy="33855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73A1CCFF-DCEA-446D-803B-BA792BE04ACB}"/>
                  </a:ext>
                </a:extLst>
              </p:cNvPr>
              <p:cNvSpPr txBox="1"/>
              <p:nvPr/>
            </p:nvSpPr>
            <p:spPr>
              <a:xfrm>
                <a:off x="7727186" y="1750505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73A1CCFF-DCEA-446D-803B-BA792BE04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186" y="1750505"/>
                <a:ext cx="563103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8FE8ED22-3AC8-4E7E-A9A2-89F972678CFD}"/>
                  </a:ext>
                </a:extLst>
              </p:cNvPr>
              <p:cNvSpPr txBox="1"/>
              <p:nvPr/>
            </p:nvSpPr>
            <p:spPr>
              <a:xfrm>
                <a:off x="7706285" y="1989762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8FE8ED22-3AC8-4E7E-A9A2-89F972678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285" y="1989762"/>
                <a:ext cx="563103" cy="33855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5C6C9024-E5F4-4B30-BE69-A44FE8C88C60}"/>
                  </a:ext>
                </a:extLst>
              </p:cNvPr>
              <p:cNvSpPr txBox="1"/>
              <p:nvPr/>
            </p:nvSpPr>
            <p:spPr>
              <a:xfrm>
                <a:off x="7681224" y="2215208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26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5C6C9024-E5F4-4B30-BE69-A44FE8C88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224" y="2215208"/>
                <a:ext cx="563103" cy="338554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3418F927-42AD-486D-BF46-B55813691443}"/>
                  </a:ext>
                </a:extLst>
              </p:cNvPr>
              <p:cNvSpPr txBox="1"/>
              <p:nvPr/>
            </p:nvSpPr>
            <p:spPr>
              <a:xfrm>
                <a:off x="7635422" y="2442309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27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3418F927-42AD-486D-BF46-B55813691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422" y="2442309"/>
                <a:ext cx="563103" cy="338554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字方塊 140">
                <a:extLst>
                  <a:ext uri="{FF2B5EF4-FFF2-40B4-BE49-F238E27FC236}">
                    <a16:creationId xmlns:a16="http://schemas.microsoft.com/office/drawing/2014/main" id="{4E6555BA-BFC8-440E-9FF7-E508A14A7C4D}"/>
                  </a:ext>
                </a:extLst>
              </p:cNvPr>
              <p:cNvSpPr txBox="1"/>
              <p:nvPr/>
            </p:nvSpPr>
            <p:spPr>
              <a:xfrm>
                <a:off x="7615140" y="2668829"/>
                <a:ext cx="5631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28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1" name="文字方塊 140">
                <a:extLst>
                  <a:ext uri="{FF2B5EF4-FFF2-40B4-BE49-F238E27FC236}">
                    <a16:creationId xmlns:a16="http://schemas.microsoft.com/office/drawing/2014/main" id="{4E6555BA-BFC8-440E-9FF7-E508A14A7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140" y="2668829"/>
                <a:ext cx="563103" cy="338554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字方塊 141">
                <a:extLst>
                  <a:ext uri="{FF2B5EF4-FFF2-40B4-BE49-F238E27FC236}">
                    <a16:creationId xmlns:a16="http://schemas.microsoft.com/office/drawing/2014/main" id="{634BF619-459D-471F-AC4B-35A2B08284B3}"/>
                  </a:ext>
                </a:extLst>
              </p:cNvPr>
              <p:cNvSpPr txBox="1"/>
              <p:nvPr/>
            </p:nvSpPr>
            <p:spPr>
              <a:xfrm>
                <a:off x="7618346" y="2978912"/>
                <a:ext cx="5598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29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文字方塊 141">
                <a:extLst>
                  <a:ext uri="{FF2B5EF4-FFF2-40B4-BE49-F238E27FC236}">
                    <a16:creationId xmlns:a16="http://schemas.microsoft.com/office/drawing/2014/main" id="{634BF619-459D-471F-AC4B-35A2B0828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8346" y="2978912"/>
                <a:ext cx="559897" cy="33855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0FBE2982-0585-4B66-8A20-DE3DC2D68BBA}"/>
                  </a:ext>
                </a:extLst>
              </p:cNvPr>
              <p:cNvSpPr txBox="1"/>
              <p:nvPr/>
            </p:nvSpPr>
            <p:spPr>
              <a:xfrm>
                <a:off x="7255264" y="1404633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0FBE2982-0585-4B66-8A20-DE3DC2D68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264" y="1404633"/>
                <a:ext cx="501870" cy="476071"/>
              </a:xfrm>
              <a:prstGeom prst="ellipse">
                <a:avLst/>
              </a:prstGeom>
              <a:blipFill>
                <a:blip r:embed="rId4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FAE9CA58-FBE7-42B6-8C9D-0A0F5BE7C379}"/>
                  </a:ext>
                </a:extLst>
              </p:cNvPr>
              <p:cNvSpPr txBox="1"/>
              <p:nvPr/>
            </p:nvSpPr>
            <p:spPr>
              <a:xfrm>
                <a:off x="7253837" y="1666441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FAE9CA58-FBE7-42B6-8C9D-0A0F5BE7C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837" y="1666441"/>
                <a:ext cx="501870" cy="476071"/>
              </a:xfrm>
              <a:prstGeom prst="ellipse">
                <a:avLst/>
              </a:prstGeom>
              <a:blipFill>
                <a:blip r:embed="rId4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3D3BAEBE-25C5-4874-A364-30EB405D1967}"/>
                  </a:ext>
                </a:extLst>
              </p:cNvPr>
              <p:cNvSpPr txBox="1"/>
              <p:nvPr/>
            </p:nvSpPr>
            <p:spPr>
              <a:xfrm>
                <a:off x="7252196" y="1932583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3D3BAEBE-25C5-4874-A364-30EB405D1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196" y="1932583"/>
                <a:ext cx="501870" cy="476071"/>
              </a:xfrm>
              <a:prstGeom prst="ellipse">
                <a:avLst/>
              </a:prstGeom>
              <a:blipFill>
                <a:blip r:embed="rId4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7FEFD132-CEA1-4F74-BEC8-1AFFDE8FEC9C}"/>
                  </a:ext>
                </a:extLst>
              </p:cNvPr>
              <p:cNvSpPr txBox="1"/>
              <p:nvPr/>
            </p:nvSpPr>
            <p:spPr>
              <a:xfrm>
                <a:off x="7251278" y="2166085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7FEFD132-CEA1-4F74-BEC8-1AFFDE8FE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278" y="2166085"/>
                <a:ext cx="501870" cy="476071"/>
              </a:xfrm>
              <a:prstGeom prst="ellipse">
                <a:avLst/>
              </a:prstGeom>
              <a:blipFill>
                <a:blip r:embed="rId4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B3E6391B-878D-4371-99D2-C7A39F998BCB}"/>
                  </a:ext>
                </a:extLst>
              </p:cNvPr>
              <p:cNvSpPr txBox="1"/>
              <p:nvPr/>
            </p:nvSpPr>
            <p:spPr>
              <a:xfrm>
                <a:off x="7262321" y="2436216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26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B3E6391B-878D-4371-99D2-C7A39F998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321" y="2436216"/>
                <a:ext cx="501870" cy="476071"/>
              </a:xfrm>
              <a:prstGeom prst="ellipse">
                <a:avLst/>
              </a:prstGeom>
              <a:blipFill>
                <a:blip r:embed="rId4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6536EF0B-72DB-4745-8D77-7EA674D3BA5F}"/>
                  </a:ext>
                </a:extLst>
              </p:cNvPr>
              <p:cNvSpPr txBox="1"/>
              <p:nvPr/>
            </p:nvSpPr>
            <p:spPr>
              <a:xfrm>
                <a:off x="7237270" y="2680636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27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6536EF0B-72DB-4745-8D77-7EA674D3B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70" y="2680636"/>
                <a:ext cx="501870" cy="476071"/>
              </a:xfrm>
              <a:prstGeom prst="ellipse">
                <a:avLst/>
              </a:prstGeom>
              <a:blipFill>
                <a:blip r:embed="rId5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7EB6B58B-8EE6-43C6-BDBD-B546751B377A}"/>
                  </a:ext>
                </a:extLst>
              </p:cNvPr>
              <p:cNvSpPr txBox="1"/>
              <p:nvPr/>
            </p:nvSpPr>
            <p:spPr>
              <a:xfrm>
                <a:off x="7234484" y="2934342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28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7EB6B58B-8EE6-43C6-BDBD-B546751B3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484" y="2934342"/>
                <a:ext cx="501870" cy="476071"/>
              </a:xfrm>
              <a:prstGeom prst="ellipse">
                <a:avLst/>
              </a:prstGeom>
              <a:blipFill>
                <a:blip r:embed="rId5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797E9631-799A-462C-B20B-600596818878}"/>
                  </a:ext>
                </a:extLst>
              </p:cNvPr>
              <p:cNvSpPr txBox="1"/>
              <p:nvPr/>
            </p:nvSpPr>
            <p:spPr>
              <a:xfrm>
                <a:off x="7253837" y="3194915"/>
                <a:ext cx="501870" cy="476071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29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797E9631-799A-462C-B20B-600596818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837" y="3194915"/>
                <a:ext cx="501870" cy="476071"/>
              </a:xfrm>
              <a:prstGeom prst="ellipse">
                <a:avLst/>
              </a:prstGeom>
              <a:blipFill>
                <a:blip r:embed="rId5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F254708B-92BE-41C7-8387-BB06E170B140}"/>
                  </a:ext>
                </a:extLst>
              </p:cNvPr>
              <p:cNvSpPr/>
              <p:nvPr/>
            </p:nvSpPr>
            <p:spPr>
              <a:xfrm>
                <a:off x="1286001" y="5087916"/>
                <a:ext cx="46604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altLang="zh-TW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altLang="zh-TW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29</m:t>
                              </m:r>
                            </m:sub>
                          </m:s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29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F254708B-92BE-41C7-8387-BB06E170B1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01" y="5087916"/>
                <a:ext cx="4660443" cy="369332"/>
              </a:xfrm>
              <a:prstGeom prst="rect">
                <a:avLst/>
              </a:prstGeom>
              <a:blipFill>
                <a:blip r:embed="rId5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3" name="直線接點 152">
            <a:extLst>
              <a:ext uri="{FF2B5EF4-FFF2-40B4-BE49-F238E27FC236}">
                <a16:creationId xmlns:a16="http://schemas.microsoft.com/office/drawing/2014/main" id="{8EB829C0-2758-478A-9A10-DABEEE939178}"/>
              </a:ext>
            </a:extLst>
          </p:cNvPr>
          <p:cNvCxnSpPr/>
          <p:nvPr/>
        </p:nvCxnSpPr>
        <p:spPr>
          <a:xfrm>
            <a:off x="600075" y="2379812"/>
            <a:ext cx="549592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接點 153">
            <a:extLst>
              <a:ext uri="{FF2B5EF4-FFF2-40B4-BE49-F238E27FC236}">
                <a16:creationId xmlns:a16="http://schemas.microsoft.com/office/drawing/2014/main" id="{D2105CA7-E7CA-4FBE-A13E-00D509A9FAA6}"/>
              </a:ext>
            </a:extLst>
          </p:cNvPr>
          <p:cNvCxnSpPr/>
          <p:nvPr/>
        </p:nvCxnSpPr>
        <p:spPr>
          <a:xfrm>
            <a:off x="625439" y="4256237"/>
            <a:ext cx="549592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74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0E1E99-9652-48CF-8370-8E6AC097BD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4400" dirty="0"/>
              <a:t>範例</a:t>
            </a:r>
            <a:endParaRPr lang="en-US" altLang="zh-TW" sz="4400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0.25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0.13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0.30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0.42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3043147" y="1539026"/>
                <a:ext cx="5286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>
                    <a:highlight>
                      <a:srgbClr val="DBDBDB"/>
                    </a:highlight>
                  </a:rPr>
                  <a:t>  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147" y="1539026"/>
                <a:ext cx="52860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99536" y="1545149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536" y="1545149"/>
                <a:ext cx="47089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3002719" y="4322076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719" y="4322076"/>
                <a:ext cx="470898" cy="369332"/>
              </a:xfrm>
              <a:prstGeom prst="rect">
                <a:avLst/>
              </a:prstGeom>
              <a:blipFill>
                <a:blip r:embed="rId1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401077" y="4335694"/>
                <a:ext cx="47089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077" y="4335694"/>
                <a:ext cx="47089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/>
              <p:nvPr/>
            </p:nvSpPr>
            <p:spPr>
              <a:xfrm>
                <a:off x="5241270" y="2084629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270" y="2084629"/>
                <a:ext cx="4708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/>
              <p:nvPr/>
            </p:nvSpPr>
            <p:spPr>
              <a:xfrm>
                <a:off x="5660681" y="2103680"/>
                <a:ext cx="4672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681" y="2103680"/>
                <a:ext cx="467244" cy="369332"/>
              </a:xfrm>
              <a:prstGeom prst="rect">
                <a:avLst/>
              </a:prstGeom>
              <a:blipFill>
                <a:blip r:embed="rId17"/>
                <a:stretch>
                  <a:fillRect t="-4918" r="-14474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/>
              <p:nvPr/>
            </p:nvSpPr>
            <p:spPr>
              <a:xfrm>
                <a:off x="5241270" y="3781003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270" y="3781003"/>
                <a:ext cx="470898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/>
              <p:nvPr/>
            </p:nvSpPr>
            <p:spPr>
              <a:xfrm>
                <a:off x="5630467" y="3774044"/>
                <a:ext cx="4725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467" y="3774044"/>
                <a:ext cx="472565" cy="369332"/>
              </a:xfrm>
              <a:prstGeom prst="rect">
                <a:avLst/>
              </a:prstGeom>
              <a:blipFill>
                <a:blip r:embed="rId19"/>
                <a:stretch>
                  <a:fillRect t="-4918" r="-12987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橢圓 111">
            <a:extLst>
              <a:ext uri="{FF2B5EF4-FFF2-40B4-BE49-F238E27FC236}">
                <a16:creationId xmlns:a16="http://schemas.microsoft.com/office/drawing/2014/main" id="{C9EC734E-E511-4B95-8B43-049F51A0F055}"/>
              </a:ext>
            </a:extLst>
          </p:cNvPr>
          <p:cNvSpPr/>
          <p:nvPr/>
        </p:nvSpPr>
        <p:spPr>
          <a:xfrm>
            <a:off x="7037774" y="1850034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7F60B1F3-D5D5-4245-B9A3-BBF50080DC89}"/>
              </a:ext>
            </a:extLst>
          </p:cNvPr>
          <p:cNvSpPr txBox="1"/>
          <p:nvPr/>
        </p:nvSpPr>
        <p:spPr>
          <a:xfrm>
            <a:off x="8015544" y="210000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輸入</a:t>
            </a:r>
          </a:p>
        </p:txBody>
      </p:sp>
      <p:sp>
        <p:nvSpPr>
          <p:cNvPr id="116" name="套索 115">
            <a:extLst>
              <a:ext uri="{FF2B5EF4-FFF2-40B4-BE49-F238E27FC236}">
                <a16:creationId xmlns:a16="http://schemas.microsoft.com/office/drawing/2014/main" id="{19E700DD-5119-4EEE-A360-583742DB8BD1}"/>
              </a:ext>
            </a:extLst>
          </p:cNvPr>
          <p:cNvSpPr/>
          <p:nvPr/>
        </p:nvSpPr>
        <p:spPr>
          <a:xfrm>
            <a:off x="9050984" y="3179947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套索 116">
            <a:extLst>
              <a:ext uri="{FF2B5EF4-FFF2-40B4-BE49-F238E27FC236}">
                <a16:creationId xmlns:a16="http://schemas.microsoft.com/office/drawing/2014/main" id="{5A1ADB9F-9EC4-40F8-BB01-D1BFC99CC2FC}"/>
              </a:ext>
            </a:extLst>
          </p:cNvPr>
          <p:cNvSpPr/>
          <p:nvPr/>
        </p:nvSpPr>
        <p:spPr>
          <a:xfrm rot="10800000">
            <a:off x="9452450" y="1850033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AE968ED8-CF73-4B33-8C76-070C9FCB3BD7}"/>
              </a:ext>
            </a:extLst>
          </p:cNvPr>
          <p:cNvSpPr txBox="1"/>
          <p:nvPr/>
        </p:nvSpPr>
        <p:spPr>
          <a:xfrm>
            <a:off x="9862438" y="207494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激活函數前</a:t>
            </a: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039DEFD3-FE93-4A7A-8878-632824F77F37}"/>
              </a:ext>
            </a:extLst>
          </p:cNvPr>
          <p:cNvSpPr txBox="1"/>
          <p:nvPr/>
        </p:nvSpPr>
        <p:spPr>
          <a:xfrm>
            <a:off x="9917758" y="338709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激活函數後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7F64BC79-872C-436B-83D3-1062BAB85757}"/>
                  </a:ext>
                </a:extLst>
              </p:cNvPr>
              <p:cNvSpPr/>
              <p:nvPr/>
            </p:nvSpPr>
            <p:spPr>
              <a:xfrm>
                <a:off x="7081848" y="3063568"/>
                <a:ext cx="1117935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TW" altLang="en-US" dirty="0"/>
                  <a:t>  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 權重</a:t>
                </a:r>
              </a:p>
            </p:txBody>
          </p:sp>
        </mc:Choice>
        <mc:Fallback xmlns="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7F64BC79-872C-436B-83D3-1062BAB857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848" y="3063568"/>
                <a:ext cx="1117935" cy="369332"/>
              </a:xfrm>
              <a:prstGeom prst="rect">
                <a:avLst/>
              </a:prstGeom>
              <a:blipFill>
                <a:blip r:embed="rId20"/>
                <a:stretch>
                  <a:fillRect t="-8065" r="-3784" b="-2580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4306F21C-E8CF-4F31-AD76-89C164D72F41}"/>
                  </a:ext>
                </a:extLst>
              </p:cNvPr>
              <p:cNvSpPr/>
              <p:nvPr/>
            </p:nvSpPr>
            <p:spPr>
              <a:xfrm>
                <a:off x="7070691" y="3860360"/>
                <a:ext cx="1129092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TW" altLang="en-US" dirty="0"/>
                  <a:t>   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 偏差</a:t>
                </a:r>
              </a:p>
            </p:txBody>
          </p:sp>
        </mc:Choice>
        <mc:Fallback xmlns="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4306F21C-E8CF-4F31-AD76-89C164D72F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691" y="3860360"/>
                <a:ext cx="1129092" cy="369332"/>
              </a:xfrm>
              <a:prstGeom prst="rect">
                <a:avLst/>
              </a:prstGeom>
              <a:blipFill>
                <a:blip r:embed="rId21"/>
                <a:stretch>
                  <a:fillRect t="-6349" r="-3209" b="-238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矩形 121">
            <a:extLst>
              <a:ext uri="{FF2B5EF4-FFF2-40B4-BE49-F238E27FC236}">
                <a16:creationId xmlns:a16="http://schemas.microsoft.com/office/drawing/2014/main" id="{CD79974C-EB1D-4A4A-8A34-2010DA9BFEE4}"/>
              </a:ext>
            </a:extLst>
          </p:cNvPr>
          <p:cNvSpPr/>
          <p:nvPr/>
        </p:nvSpPr>
        <p:spPr>
          <a:xfrm>
            <a:off x="6569729" y="1421239"/>
            <a:ext cx="4962510" cy="47195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997BACF9-B0FB-4320-B5F9-1E33F6273D02}"/>
                  </a:ext>
                </a:extLst>
              </p:cNvPr>
              <p:cNvSpPr/>
              <p:nvPr/>
            </p:nvSpPr>
            <p:spPr>
              <a:xfrm>
                <a:off x="7069790" y="4524494"/>
                <a:ext cx="2132635" cy="4849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dirty="0"/>
                  <a:t>Sigmoid(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) 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997BACF9-B0FB-4320-B5F9-1E33F6273D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790" y="4524494"/>
                <a:ext cx="2132635" cy="484941"/>
              </a:xfrm>
              <a:prstGeom prst="rect">
                <a:avLst/>
              </a:prstGeom>
              <a:blipFill>
                <a:blip r:embed="rId22"/>
                <a:stretch>
                  <a:fillRect l="-2273" b="-48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F0A4646E-7972-47CA-BE92-7DA825854AFF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84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F0A4646E-7972-47CA-BE92-7DA825854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00673AD5-F143-4093-B090-8FE35DB277F0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0.54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00673AD5-F143-4093-B090-8FE35DB277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24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5FFE67B1-9C23-4482-A42C-26DAE66B54CF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0.67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5FFE67B1-9C23-4482-A42C-26DAE66B54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25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6EBD5206-B6DB-49ED-A51D-27C1F61D8189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52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6EBD5206-B6DB-49ED-A51D-27C1F61D81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01B9DB1F-1A59-4B88-AEB1-0BE136EB006B}"/>
                  </a:ext>
                </a:extLst>
              </p:cNvPr>
              <p:cNvSpPr/>
              <p:nvPr/>
            </p:nvSpPr>
            <p:spPr>
              <a:xfrm>
                <a:off x="7081847" y="5339863"/>
                <a:ext cx="3782311" cy="4849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dirty="0"/>
                          <m:t>Sigmoid</m:t>
                        </m:r>
                      </m:e>
                      <m:sup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) 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01B9DB1F-1A59-4B88-AEB1-0BE136EB00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847" y="5339863"/>
                <a:ext cx="3782311" cy="484941"/>
              </a:xfrm>
              <a:prstGeom prst="rect">
                <a:avLst/>
              </a:prstGeom>
              <a:blipFill>
                <a:blip r:embed="rId27"/>
                <a:stretch>
                  <a:fillRect b="-48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429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5745767-513C-4896-AFE6-7717D88DEB7B}"/>
              </a:ext>
            </a:extLst>
          </p:cNvPr>
          <p:cNvSpPr txBox="1"/>
          <p:nvPr/>
        </p:nvSpPr>
        <p:spPr>
          <a:xfrm>
            <a:off x="3233678" y="2254871"/>
            <a:ext cx="57246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4800" dirty="0"/>
              <a:t>Forward pass</a:t>
            </a:r>
          </a:p>
          <a:p>
            <a:pPr algn="ctr"/>
            <a:r>
              <a:rPr lang="zh-TW" altLang="en-US" sz="4800" dirty="0"/>
              <a:t>計算每顆神經元的值</a:t>
            </a:r>
          </a:p>
        </p:txBody>
      </p:sp>
    </p:spTree>
    <p:extLst>
      <p:ext uri="{BB962C8B-B14F-4D97-AF65-F5344CB8AC3E}">
        <p14:creationId xmlns:p14="http://schemas.microsoft.com/office/powerpoint/2010/main" val="1287782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0E1E99-9652-48CF-8370-8E6AC097BD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4400" dirty="0"/>
              <a:t>範例</a:t>
            </a:r>
            <a:r>
              <a:rPr lang="en-US" altLang="zh-TW" sz="4400" dirty="0"/>
              <a:t>(Forward)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0.25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0.13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0.30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0.42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FFFF00"/>
                    </a:highlight>
                  </a:rPr>
                  <a:t>0.50</a:t>
                </a:r>
                <a:endParaRPr lang="zh-TW" alt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  <a:blipFill>
                <a:blip r:embed="rId1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FFFF00"/>
                    </a:highlight>
                  </a:rPr>
                  <a:t>0.62</a:t>
                </a:r>
                <a:endParaRPr lang="zh-TW" alt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  <a:blipFill>
                <a:blip r:embed="rId1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3023140" y="4342880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3140" y="4342880"/>
                <a:ext cx="470898" cy="369332"/>
              </a:xfrm>
              <a:prstGeom prst="rect">
                <a:avLst/>
              </a:prstGeom>
              <a:blipFill>
                <a:blip r:embed="rId1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394227" y="4342880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227" y="4342880"/>
                <a:ext cx="47089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/>
              <p:nvPr/>
            </p:nvSpPr>
            <p:spPr>
              <a:xfrm>
                <a:off x="5229224" y="2064864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224" y="2064864"/>
                <a:ext cx="470898" cy="369332"/>
              </a:xfrm>
              <a:prstGeom prst="rect">
                <a:avLst/>
              </a:prstGeom>
              <a:blipFill>
                <a:blip r:embed="rId1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/>
              <p:nvPr/>
            </p:nvSpPr>
            <p:spPr>
              <a:xfrm>
                <a:off x="5258752" y="3770763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752" y="3770763"/>
                <a:ext cx="470898" cy="369332"/>
              </a:xfrm>
              <a:prstGeom prst="rect">
                <a:avLst/>
              </a:prstGeom>
              <a:blipFill>
                <a:blip r:embed="rId1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/>
              <p:nvPr/>
            </p:nvSpPr>
            <p:spPr>
              <a:xfrm>
                <a:off x="7458071" y="1707191"/>
                <a:ext cx="4197846" cy="39890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b="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zh-TW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r>
                  <a:rPr lang="en-US" altLang="zh-TW" dirty="0"/>
                  <a:t>*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0.30</a:t>
                </a:r>
                <a:r>
                  <a:rPr lang="en-US" altLang="zh-TW" dirty="0"/>
                  <a:t>+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r>
                  <a:rPr lang="en-US" altLang="zh-TW" dirty="0"/>
                  <a:t>*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0.25</a:t>
                </a:r>
                <a:r>
                  <a:rPr lang="en-US" altLang="zh-TW" dirty="0"/>
                  <a:t>+</a:t>
                </a:r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highlight>
                      <a:srgbClr val="FFFF00"/>
                    </a:highlight>
                  </a:rPr>
                  <a:t>0.5</a:t>
                </a:r>
              </a:p>
              <a:p>
                <a:pPr>
                  <a:lnSpc>
                    <a:spcPct val="150000"/>
                  </a:lnSpc>
                </a:pPr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dirty="0"/>
                        <m:t>Sigmoid</m:t>
                      </m:r>
                      <m:r>
                        <m:rPr>
                          <m:nor/>
                        </m:rPr>
                        <a:rPr lang="en-US" altLang="zh-TW" dirty="0"/>
                        <m:t>(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TW" dirty="0"/>
                        <m:t>)</m:t>
                      </m:r>
                      <m:r>
                        <m:rPr>
                          <m:nor/>
                        </m:rPr>
                        <a:rPr lang="en-US" altLang="zh-TW" b="0" i="0" dirty="0" smtClean="0"/>
                        <m:t> </m:t>
                      </m:r>
                    </m:oMath>
                  </m:oMathPara>
                </a14:m>
                <a:endParaRPr lang="en-US" altLang="zh-TW" b="0" i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dirty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lang="zh-TW" altLang="en-US" i="1" dirty="0">
                    <a:latin typeface="Cambria Math" panose="02040503050406030204" pitchFamily="18" charset="0"/>
                  </a:rPr>
                  <a:t>　</a:t>
                </a: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(−0.5)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TW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0.62</m:t>
                      </m:r>
                    </m:oMath>
                  </m:oMathPara>
                </a14:m>
                <a:endParaRPr lang="en-US" altLang="zh-TW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071" y="1707191"/>
                <a:ext cx="4197846" cy="398904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5A67B37C-BEA9-4CA7-BBA8-3EBC85B8D00C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84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5A67B37C-BEA9-4CA7-BBA8-3EBC85B8D0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45050879-41C2-4963-A467-046F5FC3523A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0.54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45050879-41C2-4963-A467-046F5FC35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20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78408F2-61AC-4DEF-84C7-295402C846AD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0.67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78408F2-61AC-4DEF-84C7-295402C84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21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FECCF225-0157-42FF-843E-E2125F043840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52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FECCF225-0157-42FF-843E-E2125F0438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B9E8B1F-AB48-472D-943A-AD6A0C78ABF1}"/>
                  </a:ext>
                </a:extLst>
              </p:cNvPr>
              <p:cNvSpPr/>
              <p:nvPr/>
            </p:nvSpPr>
            <p:spPr>
              <a:xfrm>
                <a:off x="5660681" y="2103680"/>
                <a:ext cx="4672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B9E8B1F-AB48-472D-943A-AD6A0C78AB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681" y="2103680"/>
                <a:ext cx="467244" cy="369332"/>
              </a:xfrm>
              <a:prstGeom prst="rect">
                <a:avLst/>
              </a:prstGeom>
              <a:blipFill>
                <a:blip r:embed="rId23"/>
                <a:stretch>
                  <a:fillRect t="-4918" r="-14474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AA06C035-970E-49A9-9D06-516D3838EE66}"/>
                  </a:ext>
                </a:extLst>
              </p:cNvPr>
              <p:cNvSpPr/>
              <p:nvPr/>
            </p:nvSpPr>
            <p:spPr>
              <a:xfrm>
                <a:off x="5630467" y="3774044"/>
                <a:ext cx="4725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AA06C035-970E-49A9-9D06-516D3838EE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467" y="3774044"/>
                <a:ext cx="472565" cy="369332"/>
              </a:xfrm>
              <a:prstGeom prst="rect">
                <a:avLst/>
              </a:prstGeom>
              <a:blipFill>
                <a:blip r:embed="rId24"/>
                <a:stretch>
                  <a:fillRect t="-4918" r="-12987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0854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0.25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0.13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0.30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0.42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0.50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  <a:blipFill>
                <a:blip r:embed="rId1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  <a:blipFill>
                <a:blip r:embed="rId1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FFFF00"/>
                    </a:highlight>
                  </a:rPr>
                  <a:t>0.46</a:t>
                </a:r>
                <a:endParaRPr lang="zh-TW" alt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  <a:blipFill>
                <a:blip r:embed="rId14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FFFF00"/>
                    </a:highlight>
                  </a:rPr>
                  <a:t>0.61</a:t>
                </a:r>
                <a:endParaRPr lang="zh-TW" alt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  <a:blipFill>
                <a:blip r:embed="rId15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/>
              <p:nvPr/>
            </p:nvSpPr>
            <p:spPr>
              <a:xfrm>
                <a:off x="7458071" y="1707191"/>
                <a:ext cx="4197846" cy="33264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TW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b="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zh-TW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r>
                  <a:rPr lang="en-US" altLang="zh-TW" dirty="0"/>
                  <a:t>*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0.13</a:t>
                </a:r>
                <a:r>
                  <a:rPr lang="en-US" altLang="zh-TW" dirty="0"/>
                  <a:t>+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r>
                  <a:rPr lang="en-US" altLang="zh-TW" dirty="0"/>
                  <a:t>*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0.42</a:t>
                </a:r>
                <a:r>
                  <a:rPr lang="en-US" altLang="zh-TW" dirty="0"/>
                  <a:t>+</a:t>
                </a:r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highlight>
                      <a:srgbClr val="FFFF00"/>
                    </a:highlight>
                  </a:rPr>
                  <a:t>0.46</a:t>
                </a:r>
              </a:p>
              <a:p>
                <a:pPr>
                  <a:lnSpc>
                    <a:spcPct val="150000"/>
                  </a:lnSpc>
                </a:pPr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dirty="0"/>
                        <m:t>Sigmoid</m:t>
                      </m:r>
                      <m:r>
                        <m:rPr>
                          <m:nor/>
                        </m:rPr>
                        <a:rPr lang="en-US" altLang="zh-TW" dirty="0"/>
                        <m:t>(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TW" dirty="0"/>
                        <m:t>)</m:t>
                      </m:r>
                      <m:r>
                        <m:rPr>
                          <m:nor/>
                        </m:rPr>
                        <a:rPr lang="en-US" altLang="zh-TW" b="0" i="0" dirty="0" smtClean="0"/>
                        <m:t> </m:t>
                      </m:r>
                    </m:oMath>
                  </m:oMathPara>
                </a14:m>
                <a:endParaRPr lang="en-US" altLang="zh-TW" b="0" i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(−0.46)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TW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0.61</m:t>
                      </m:r>
                    </m:oMath>
                  </m:oMathPara>
                </a14:m>
                <a:endParaRPr lang="en-US" altLang="zh-TW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071" y="1707191"/>
                <a:ext cx="4197846" cy="332642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BD12BF8-EDCE-4A74-9611-09657BD71873}"/>
                  </a:ext>
                </a:extLst>
              </p:cNvPr>
              <p:cNvSpPr/>
              <p:nvPr/>
            </p:nvSpPr>
            <p:spPr>
              <a:xfrm>
                <a:off x="5229224" y="2064864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BD12BF8-EDCE-4A74-9611-09657BD718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224" y="2064864"/>
                <a:ext cx="470898" cy="369332"/>
              </a:xfrm>
              <a:prstGeom prst="rect">
                <a:avLst/>
              </a:prstGeom>
              <a:blipFill>
                <a:blip r:embed="rId1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67C7B9E-8BD4-4B70-89A5-9A0EA5101B55}"/>
                  </a:ext>
                </a:extLst>
              </p:cNvPr>
              <p:cNvSpPr/>
              <p:nvPr/>
            </p:nvSpPr>
            <p:spPr>
              <a:xfrm>
                <a:off x="5258752" y="3770763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67C7B9E-8BD4-4B70-89A5-9A0EA5101B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752" y="3770763"/>
                <a:ext cx="470898" cy="369332"/>
              </a:xfrm>
              <a:prstGeom prst="rect">
                <a:avLst/>
              </a:prstGeom>
              <a:blipFill>
                <a:blip r:embed="rId1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DB0357A-2B59-46B5-8F88-2519C65ADEE0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84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DB0357A-2B59-46B5-8F88-2519C65ADE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350D5DB3-11A2-4359-9F07-914EF4C23A89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0.54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350D5DB3-11A2-4359-9F07-914EF4C23A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20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5FE1FA3D-BF66-4495-B7C4-104E51038321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0.67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5FE1FA3D-BF66-4495-B7C4-104E510383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21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26CC0A52-DA18-4784-BC1C-CBC95FD61726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52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26CC0A52-DA18-4784-BC1C-CBC95FD617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2">
            <a:extLst>
              <a:ext uri="{FF2B5EF4-FFF2-40B4-BE49-F238E27FC236}">
                <a16:creationId xmlns:a16="http://schemas.microsoft.com/office/drawing/2014/main" id="{882EB90D-C644-437F-AA59-82E43BC7F5D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4400" dirty="0"/>
              <a:t>範例</a:t>
            </a:r>
            <a:r>
              <a:rPr lang="en-US" altLang="zh-TW" sz="4400" dirty="0"/>
              <a:t>(Forward)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7A50DFC2-134D-48D0-BB9A-EF7BCEA4B49A}"/>
                  </a:ext>
                </a:extLst>
              </p:cNvPr>
              <p:cNvSpPr/>
              <p:nvPr/>
            </p:nvSpPr>
            <p:spPr>
              <a:xfrm>
                <a:off x="5660681" y="2103680"/>
                <a:ext cx="4672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7A50DFC2-134D-48D0-BB9A-EF7BCEA4B4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681" y="2103680"/>
                <a:ext cx="467244" cy="369332"/>
              </a:xfrm>
              <a:prstGeom prst="rect">
                <a:avLst/>
              </a:prstGeom>
              <a:blipFill>
                <a:blip r:embed="rId23"/>
                <a:stretch>
                  <a:fillRect t="-4918" r="-14474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2D597D92-FD89-4130-951C-87DE96C57342}"/>
                  </a:ext>
                </a:extLst>
              </p:cNvPr>
              <p:cNvSpPr/>
              <p:nvPr/>
            </p:nvSpPr>
            <p:spPr>
              <a:xfrm>
                <a:off x="5630467" y="3774044"/>
                <a:ext cx="4725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2D597D92-FD89-4130-951C-87DE96C573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467" y="3774044"/>
                <a:ext cx="472565" cy="369332"/>
              </a:xfrm>
              <a:prstGeom prst="rect">
                <a:avLst/>
              </a:prstGeom>
              <a:blipFill>
                <a:blip r:embed="rId24"/>
                <a:stretch>
                  <a:fillRect t="-4918" r="-12987"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172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0.25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0.13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0.30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0.42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0.50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  <a:blipFill>
                <a:blip r:embed="rId1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  <a:blipFill>
                <a:blip r:embed="rId1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0.46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  <a:blipFill>
                <a:blip r:embed="rId14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0.61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  <a:blipFill>
                <a:blip r:embed="rId15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/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FFFF00"/>
                    </a:highlight>
                  </a:rPr>
                  <a:t>1.42</a:t>
                </a:r>
                <a:endParaRPr lang="zh-TW" alt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  <a:blipFill>
                <a:blip r:embed="rId16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/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FFFF00"/>
                    </a:highlight>
                  </a:rPr>
                  <a:t>0.80</a:t>
                </a:r>
                <a:endParaRPr lang="zh-TW" alt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  <a:blipFill>
                <a:blip r:embed="rId17"/>
                <a:stretch>
                  <a:fillRect l="-8247" t="-2830" r="-1855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/>
              <p:nvPr/>
            </p:nvSpPr>
            <p:spPr>
              <a:xfrm>
                <a:off x="5283687" y="3766900"/>
                <a:ext cx="470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687" y="3766900"/>
                <a:ext cx="470898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/>
              <p:nvPr/>
            </p:nvSpPr>
            <p:spPr>
              <a:xfrm>
                <a:off x="5662612" y="3764518"/>
                <a:ext cx="47256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612" y="3764518"/>
                <a:ext cx="472565" cy="369332"/>
              </a:xfrm>
              <a:prstGeom prst="rect">
                <a:avLst/>
              </a:prstGeom>
              <a:blipFill>
                <a:blip r:embed="rId19"/>
                <a:stretch>
                  <a:fillRect t="-5000" r="-12987"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/>
              <p:nvPr/>
            </p:nvSpPr>
            <p:spPr>
              <a:xfrm>
                <a:off x="7458071" y="1707191"/>
                <a:ext cx="4197846" cy="3499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altLang="zh-TW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b="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zh-TW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solidFill>
                      <a:srgbClr val="0000FF"/>
                    </a:solidFill>
                  </a:rPr>
                  <a:t>0.62</a:t>
                </a:r>
                <a:r>
                  <a:rPr lang="en-US" altLang="zh-TW" dirty="0"/>
                  <a:t>*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0.67</a:t>
                </a:r>
                <a:r>
                  <a:rPr lang="en-US" altLang="zh-TW" dirty="0"/>
                  <a:t>+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0.61</a:t>
                </a:r>
                <a:r>
                  <a:rPr lang="en-US" altLang="zh-TW" dirty="0"/>
                  <a:t>*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0.54</a:t>
                </a:r>
                <a:r>
                  <a:rPr lang="en-US" altLang="zh-TW" dirty="0"/>
                  <a:t>+</a:t>
                </a:r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0" dirty="0" smtClean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1.42</m:t>
                      </m:r>
                    </m:oMath>
                  </m:oMathPara>
                </a14:m>
                <a:endParaRPr lang="en-US" altLang="zh-TW" dirty="0">
                  <a:highlight>
                    <a:srgbClr val="FFFF00"/>
                  </a:highlight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TW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b="0" i="0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lang="zh-TW" altLang="en-US" i="1" dirty="0">
                    <a:latin typeface="Cambria Math" panose="02040503050406030204" pitchFamily="18" charset="0"/>
                  </a:rPr>
                  <a:t>　</a:t>
                </a: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(−1.42)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TW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0.80</m:t>
                      </m:r>
                    </m:oMath>
                  </m:oMathPara>
                </a14:m>
                <a:endParaRPr lang="en-US" altLang="zh-TW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071" y="1707191"/>
                <a:ext cx="4197846" cy="349986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341655A-D430-4CBF-9020-2465304E28C8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84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341655A-D430-4CBF-9020-2465304E2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E296D419-9025-4011-8E07-E30558BFF841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0.54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E296D419-9025-4011-8E07-E30558BFF8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22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325CD44-B1E9-4A2D-82C7-0ED948369CA5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0.67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325CD44-B1E9-4A2D-82C7-0ED948369C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23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BA4478B2-D7CC-456B-9139-65AC062D44D3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52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BA4478B2-D7CC-456B-9139-65AC062D44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 2">
            <a:extLst>
              <a:ext uri="{FF2B5EF4-FFF2-40B4-BE49-F238E27FC236}">
                <a16:creationId xmlns:a16="http://schemas.microsoft.com/office/drawing/2014/main" id="{577997DF-20FF-486B-AC0B-95CDE80D1DC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4400" dirty="0"/>
              <a:t>範例</a:t>
            </a:r>
            <a:r>
              <a:rPr lang="en-US" altLang="zh-TW" sz="4400" dirty="0"/>
              <a:t>(Forward)</a:t>
            </a:r>
          </a:p>
        </p:txBody>
      </p:sp>
    </p:spTree>
    <p:extLst>
      <p:ext uri="{BB962C8B-B14F-4D97-AF65-F5344CB8AC3E}">
        <p14:creationId xmlns:p14="http://schemas.microsoft.com/office/powerpoint/2010/main" val="3231780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0.25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0.13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0.30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0.42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0.50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  <a:blipFill>
                <a:blip r:embed="rId1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  <a:blipFill>
                <a:blip r:embed="rId1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0.46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  <a:blipFill>
                <a:blip r:embed="rId14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0.61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  <a:blipFill>
                <a:blip r:embed="rId15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84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0.54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17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0.67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18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52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/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1.42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  <a:blipFill>
                <a:blip r:embed="rId20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/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0.80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  <a:blipFill>
                <a:blip r:embed="rId21"/>
                <a:stretch>
                  <a:fillRect l="-8247" t="-2830" r="-1855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/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FFFF00"/>
                    </a:highlight>
                  </a:rPr>
                  <a:t>1.51</a:t>
                </a:r>
                <a:endParaRPr lang="zh-TW" alt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  <a:blipFill>
                <a:blip r:embed="rId2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/>
              <p:nvPr/>
            </p:nvSpPr>
            <p:spPr>
              <a:xfrm>
                <a:off x="5627643" y="3622210"/>
                <a:ext cx="60805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FFFF00"/>
                    </a:highlight>
                  </a:rPr>
                  <a:t>0.82</a:t>
                </a:r>
                <a:endParaRPr lang="zh-TW" alt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3622210"/>
                <a:ext cx="608052" cy="646331"/>
              </a:xfrm>
              <a:prstGeom prst="rect">
                <a:avLst/>
              </a:prstGeom>
              <a:blipFill>
                <a:blip r:embed="rId23"/>
                <a:stretch>
                  <a:fillRect l="-8000" t="-2830" r="-1600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/>
              <p:nvPr/>
            </p:nvSpPr>
            <p:spPr>
              <a:xfrm>
                <a:off x="7458071" y="1707191"/>
                <a:ext cx="4197846" cy="3499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altLang="zh-TW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b="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zh-TW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solidFill>
                      <a:srgbClr val="0000FF"/>
                    </a:solidFill>
                  </a:rPr>
                  <a:t>0.62</a:t>
                </a:r>
                <a:r>
                  <a:rPr lang="en-US" altLang="zh-TW" dirty="0"/>
                  <a:t>*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0.84</a:t>
                </a:r>
                <a:r>
                  <a:rPr lang="en-US" altLang="zh-TW" dirty="0"/>
                  <a:t>+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0.61</a:t>
                </a:r>
                <a:r>
                  <a:rPr lang="en-US" altLang="zh-TW" dirty="0"/>
                  <a:t>*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0.52</a:t>
                </a:r>
                <a:r>
                  <a:rPr lang="en-US" altLang="zh-TW" dirty="0"/>
                  <a:t>+</a:t>
                </a:r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0" dirty="0" smtClean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1.51</m:t>
                      </m:r>
                    </m:oMath>
                  </m:oMathPara>
                </a14:m>
                <a:endParaRPr lang="en-US" altLang="zh-TW" dirty="0">
                  <a:highlight>
                    <a:srgbClr val="FFFF00"/>
                  </a:highlight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TW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b="0" i="0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lang="zh-TW" altLang="en-US" i="1" dirty="0">
                    <a:latin typeface="Cambria Math" panose="02040503050406030204" pitchFamily="18" charset="0"/>
                  </a:rPr>
                  <a:t>　</a:t>
                </a: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(−1.51)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TW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0.82</m:t>
                      </m:r>
                    </m:oMath>
                  </m:oMathPara>
                </a14:m>
                <a:endParaRPr lang="en-US" altLang="zh-TW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071" y="1707191"/>
                <a:ext cx="4197846" cy="349986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2">
            <a:extLst>
              <a:ext uri="{FF2B5EF4-FFF2-40B4-BE49-F238E27FC236}">
                <a16:creationId xmlns:a16="http://schemas.microsoft.com/office/drawing/2014/main" id="{FE601569-AF31-4187-934F-A13169551D0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4400" dirty="0"/>
              <a:t>範例</a:t>
            </a:r>
            <a:r>
              <a:rPr lang="en-US" altLang="zh-TW" sz="4400" dirty="0"/>
              <a:t>(Forward)</a:t>
            </a:r>
          </a:p>
        </p:txBody>
      </p:sp>
    </p:spTree>
    <p:extLst>
      <p:ext uri="{BB962C8B-B14F-4D97-AF65-F5344CB8AC3E}">
        <p14:creationId xmlns:p14="http://schemas.microsoft.com/office/powerpoint/2010/main" val="3394876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745767-513C-4896-AFE6-7717D88DEB7B}"/>
                  </a:ext>
                </a:extLst>
              </p:cNvPr>
              <p:cNvSpPr txBox="1"/>
              <p:nvPr/>
            </p:nvSpPr>
            <p:spPr>
              <a:xfrm>
                <a:off x="4089746" y="2680384"/>
                <a:ext cx="401251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4800" dirty="0"/>
                  <a:t>計算損失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48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total</m:t>
                        </m:r>
                      </m:sub>
                    </m:sSub>
                  </m:oMath>
                </a14:m>
                <a:endParaRPr lang="en-US" altLang="zh-TW" sz="4800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745767-513C-4896-AFE6-7717D88DE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746" y="2680384"/>
                <a:ext cx="4012510" cy="830997"/>
              </a:xfrm>
              <a:prstGeom prst="rect">
                <a:avLst/>
              </a:prstGeom>
              <a:blipFill>
                <a:blip r:embed="rId2"/>
                <a:stretch>
                  <a:fillRect l="-6535" t="-16912" b="-38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591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0.25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0.13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0.30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0.42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0.50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  <a:blipFill>
                <a:blip r:embed="rId1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  <a:blipFill>
                <a:blip r:embed="rId1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0.46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  <a:blipFill>
                <a:blip r:embed="rId14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0.61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  <a:blipFill>
                <a:blip r:embed="rId15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84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0.54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17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0.67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18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52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/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1.42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  <a:blipFill>
                <a:blip r:embed="rId20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/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0.80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  <a:blipFill>
                <a:blip r:embed="rId21"/>
                <a:stretch>
                  <a:fillRect l="-8247" t="-2830" r="-1855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/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1.51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  <a:blipFill>
                <a:blip r:embed="rId2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/>
              <p:nvPr/>
            </p:nvSpPr>
            <p:spPr>
              <a:xfrm>
                <a:off x="5627643" y="3622210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0.82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3622210"/>
                <a:ext cx="588623" cy="646331"/>
              </a:xfrm>
              <a:prstGeom prst="rect">
                <a:avLst/>
              </a:prstGeom>
              <a:blipFill>
                <a:blip r:embed="rId23"/>
                <a:stretch>
                  <a:fillRect l="-8247" t="-2830" r="-1752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/>
              <p:nvPr/>
            </p:nvSpPr>
            <p:spPr>
              <a:xfrm>
                <a:off x="7515975" y="1895473"/>
                <a:ext cx="4437993" cy="17169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0.80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=0.32</m:t>
                    </m:r>
                  </m:oMath>
                </a14:m>
                <a:r>
                  <a:rPr lang="en-US" altLang="zh-TW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0.8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0162</m:t>
                    </m:r>
                  </m:oMath>
                </a14:m>
                <a:r>
                  <a:rPr lang="en-US" altLang="zh-TW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total</m:t>
                          </m:r>
                        </m:sub>
                      </m:sSub>
                      <m:r>
                        <a:rPr lang="en-US" altLang="zh-TW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TW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0.3362</m:t>
                      </m:r>
                    </m:oMath>
                  </m:oMathPara>
                </a14:m>
                <a:endParaRPr lang="en-US" altLang="zh-TW" b="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975" y="1895473"/>
                <a:ext cx="4437993" cy="171694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TW" altLang="en-US" sz="4400" dirty="0"/>
                  <a:t>範例</a:t>
                </a:r>
                <a:r>
                  <a:rPr lang="en-US" altLang="zh-TW" sz="4400" dirty="0"/>
                  <a:t>(</a:t>
                </a:r>
                <a:r>
                  <a:rPr lang="zh-TW" altLang="en-US" sz="4400" dirty="0"/>
                  <a:t>計算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44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total</m:t>
                        </m:r>
                      </m:sub>
                    </m:sSub>
                  </m:oMath>
                </a14:m>
                <a:r>
                  <a:rPr lang="en-US" altLang="zh-TW" sz="4400" dirty="0"/>
                  <a:t>)</a:t>
                </a:r>
              </a:p>
            </p:txBody>
          </p:sp>
        </mc:Choice>
        <mc:Fallback xmlns="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5"/>
                <a:stretch>
                  <a:fillRect t="-26667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BC79C01-8747-4F87-97B0-112D16E5A002}"/>
                  </a:ext>
                </a:extLst>
              </p:cNvPr>
              <p:cNvSpPr/>
              <p:nvPr/>
            </p:nvSpPr>
            <p:spPr>
              <a:xfrm>
                <a:off x="6292618" y="2064335"/>
                <a:ext cx="770211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= 0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BC79C01-8747-4F87-97B0-112D16E5A0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618" y="2064335"/>
                <a:ext cx="770211" cy="369332"/>
              </a:xfrm>
              <a:prstGeom prst="rect">
                <a:avLst/>
              </a:prstGeom>
              <a:blipFill>
                <a:blip r:embed="rId26"/>
                <a:stretch>
                  <a:fillRect t="-8065" r="-5426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D8FE2082-23B5-46E7-BC75-54FA75735AAF}"/>
                  </a:ext>
                </a:extLst>
              </p:cNvPr>
              <p:cNvSpPr/>
              <p:nvPr/>
            </p:nvSpPr>
            <p:spPr>
              <a:xfrm>
                <a:off x="6288592" y="3764517"/>
                <a:ext cx="775533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= 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D8FE2082-23B5-46E7-BC75-54FA75735A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592" y="3764517"/>
                <a:ext cx="775533" cy="369332"/>
              </a:xfrm>
              <a:prstGeom prst="rect">
                <a:avLst/>
              </a:prstGeom>
              <a:blipFill>
                <a:blip r:embed="rId27"/>
                <a:stretch>
                  <a:fillRect t="-8065" r="-4651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4FBF355-3EE5-4907-82C1-9F514575192B}"/>
                  </a:ext>
                </a:extLst>
              </p:cNvPr>
              <p:cNvSpPr/>
              <p:nvPr/>
            </p:nvSpPr>
            <p:spPr>
              <a:xfrm>
                <a:off x="7524749" y="4371975"/>
                <a:ext cx="3511423" cy="483466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total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4FBF355-3EE5-4907-82C1-9F5145751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749" y="4371975"/>
                <a:ext cx="3511423" cy="483466"/>
              </a:xfrm>
              <a:prstGeom prst="rect">
                <a:avLst/>
              </a:prstGeom>
              <a:blipFill>
                <a:blip r:embed="rId28"/>
                <a:stretch>
                  <a:fillRect b="-123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3795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5745767-513C-4896-AFE6-7717D88DEB7B}"/>
              </a:ext>
            </a:extLst>
          </p:cNvPr>
          <p:cNvSpPr txBox="1"/>
          <p:nvPr/>
        </p:nvSpPr>
        <p:spPr>
          <a:xfrm>
            <a:off x="1924165" y="100146"/>
            <a:ext cx="89050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4000" dirty="0"/>
              <a:t>如果下面的投影片都看不懂也</a:t>
            </a:r>
            <a:r>
              <a:rPr lang="zh-TW" altLang="en-US" sz="4000" dirty="0">
                <a:solidFill>
                  <a:srgbClr val="FF0000"/>
                </a:solidFill>
              </a:rPr>
              <a:t>沒關係</a:t>
            </a:r>
            <a:r>
              <a:rPr lang="zh-TW" altLang="en-US" sz="4000" dirty="0"/>
              <a:t>，</a:t>
            </a:r>
            <a:endParaRPr lang="en-US" altLang="zh-TW" sz="4000" dirty="0"/>
          </a:p>
          <a:p>
            <a:pPr algn="ctr"/>
            <a:r>
              <a:rPr lang="zh-TW" altLang="en-US" sz="4000" dirty="0"/>
              <a:t>只要記得這兩頁的就好。</a:t>
            </a:r>
            <a:endParaRPr lang="en-US" altLang="zh-TW" sz="4000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4F3A22D8-CE3E-49C1-B96E-C3C719E4C63E}"/>
              </a:ext>
            </a:extLst>
          </p:cNvPr>
          <p:cNvCxnSpPr>
            <a:cxnSpLocks/>
            <a:endCxn id="40" idx="2"/>
          </p:cNvCxnSpPr>
          <p:nvPr/>
        </p:nvCxnSpPr>
        <p:spPr>
          <a:xfrm>
            <a:off x="2343771" y="2590565"/>
            <a:ext cx="1084842" cy="164719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橢圓 39">
            <a:extLst>
              <a:ext uri="{FF2B5EF4-FFF2-40B4-BE49-F238E27FC236}">
                <a16:creationId xmlns:a16="http://schemas.microsoft.com/office/drawing/2014/main" id="{91861FD1-8DFE-475D-B68F-9748B4612EB1}"/>
              </a:ext>
            </a:extLst>
          </p:cNvPr>
          <p:cNvSpPr/>
          <p:nvPr/>
        </p:nvSpPr>
        <p:spPr>
          <a:xfrm>
            <a:off x="3428613" y="2438113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0743E34E-6D5E-41AA-B6CD-EB0F318B6E74}"/>
                  </a:ext>
                </a:extLst>
              </p:cNvPr>
              <p:cNvSpPr/>
              <p:nvPr/>
            </p:nvSpPr>
            <p:spPr>
              <a:xfrm>
                <a:off x="3450132" y="2422597"/>
                <a:ext cx="604974" cy="665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0743E34E-6D5E-41AA-B6CD-EB0F318B6E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132" y="2422597"/>
                <a:ext cx="604974" cy="6653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B65F25C2-E795-40B7-B944-4BAF402D068F}"/>
                  </a:ext>
                </a:extLst>
              </p:cNvPr>
              <p:cNvSpPr/>
              <p:nvPr/>
            </p:nvSpPr>
            <p:spPr>
              <a:xfrm>
                <a:off x="1715529" y="2191354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tx1"/>
                          </a:solidFill>
                          <a:highlight>
                            <a:srgbClr val="DBDBDB"/>
                          </a:highlight>
                        </a:rPr>
                        <m:t>0.62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B65F25C2-E795-40B7-B944-4BAF402D06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5529" y="2191354"/>
                <a:ext cx="64633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E3E9C102-A817-4DFD-A603-C7368B40845C}"/>
                  </a:ext>
                </a:extLst>
              </p:cNvPr>
              <p:cNvSpPr/>
              <p:nvPr/>
            </p:nvSpPr>
            <p:spPr>
              <a:xfrm>
                <a:off x="5266968" y="1722271"/>
                <a:ext cx="3921330" cy="1363130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>
                    <a:solidFill>
                      <a:srgbClr val="0000FF"/>
                    </a:solidFill>
                  </a:rPr>
                  <a:t>輸入</a:t>
                </a:r>
                <a:r>
                  <a:rPr lang="zh-TW" altLang="en-US" dirty="0"/>
                  <a:t>*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激活函數微分</a:t>
                </a:r>
                <a:r>
                  <a:rPr lang="zh-TW" altLang="en-US" dirty="0"/>
                  <a:t>*</a:t>
                </a:r>
                <a:r>
                  <a:rPr lang="zh-TW" altLang="en-US" dirty="0">
                    <a:solidFill>
                      <a:srgbClr val="00B050"/>
                    </a:solidFill>
                  </a:rPr>
                  <a:t>輸出梯度</a:t>
                </a:r>
                <a:endParaRPr lang="en-US" altLang="zh-TW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dirty="0">
                    <a:solidFill>
                      <a:srgbClr val="00B050"/>
                    </a:solidFill>
                  </a:rPr>
                  <a:t>           </a:t>
                </a:r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E3E9C102-A817-4DFD-A603-C7368B4084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968" y="1722271"/>
                <a:ext cx="3921330" cy="1363130"/>
              </a:xfrm>
              <a:prstGeom prst="rect">
                <a:avLst/>
              </a:prstGeom>
              <a:blipFill>
                <a:blip r:embed="rId4"/>
                <a:stretch>
                  <a:fillRect r="-9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等腰三角形 52">
            <a:extLst>
              <a:ext uri="{FF2B5EF4-FFF2-40B4-BE49-F238E27FC236}">
                <a16:creationId xmlns:a16="http://schemas.microsoft.com/office/drawing/2014/main" id="{4E353205-953A-46D2-A592-A46439B940ED}"/>
              </a:ext>
            </a:extLst>
          </p:cNvPr>
          <p:cNvSpPr/>
          <p:nvPr/>
        </p:nvSpPr>
        <p:spPr>
          <a:xfrm rot="16200000">
            <a:off x="3998185" y="2473110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991D524A-D921-49AC-832E-5D24D68820B8}"/>
                  </a:ext>
                </a:extLst>
              </p:cNvPr>
              <p:cNvSpPr/>
              <p:nvPr/>
            </p:nvSpPr>
            <p:spPr>
              <a:xfrm>
                <a:off x="4076625" y="2406247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991D524A-D921-49AC-832E-5D24D68820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25" y="2406247"/>
                <a:ext cx="887744" cy="6662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直線單箭頭接點 122">
            <a:extLst>
              <a:ext uri="{FF2B5EF4-FFF2-40B4-BE49-F238E27FC236}">
                <a16:creationId xmlns:a16="http://schemas.microsoft.com/office/drawing/2014/main" id="{48C4160A-1FFE-4A83-B16D-9A8D591B7F26}"/>
              </a:ext>
            </a:extLst>
          </p:cNvPr>
          <p:cNvCxnSpPr>
            <a:cxnSpLocks/>
            <a:stCxn id="127" idx="3"/>
            <a:endCxn id="130" idx="2"/>
          </p:cNvCxnSpPr>
          <p:nvPr/>
        </p:nvCxnSpPr>
        <p:spPr>
          <a:xfrm flipV="1">
            <a:off x="2326982" y="4177101"/>
            <a:ext cx="1121540" cy="618201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>
            <a:extLst>
              <a:ext uri="{FF2B5EF4-FFF2-40B4-BE49-F238E27FC236}">
                <a16:creationId xmlns:a16="http://schemas.microsoft.com/office/drawing/2014/main" id="{A80AAEA8-C8BB-4CD3-91BB-6032DC32B1A4}"/>
              </a:ext>
            </a:extLst>
          </p:cNvPr>
          <p:cNvCxnSpPr>
            <a:cxnSpLocks/>
            <a:stCxn id="127" idx="3"/>
            <a:endCxn id="132" idx="2"/>
          </p:cNvCxnSpPr>
          <p:nvPr/>
        </p:nvCxnSpPr>
        <p:spPr>
          <a:xfrm>
            <a:off x="2326982" y="4795302"/>
            <a:ext cx="1171126" cy="1128606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0D8C6AD-C5ED-43A5-9FEC-367856E4F5D0}"/>
                  </a:ext>
                </a:extLst>
              </p:cNvPr>
              <p:cNvSpPr/>
              <p:nvPr/>
            </p:nvSpPr>
            <p:spPr>
              <a:xfrm>
                <a:off x="2564586" y="4863535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tx1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chemeClr val="tx1"/>
                          </a:solidFill>
                          <a:highlight>
                            <a:srgbClr val="DBDBDB"/>
                          </a:highlight>
                        </a:rPr>
                        <m:t>84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0D8C6AD-C5ED-43A5-9FEC-367856E4F5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586" y="4863535"/>
                <a:ext cx="646331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B8031D2D-3B16-4004-9548-92303F227D4F}"/>
                  </a:ext>
                </a:extLst>
              </p:cNvPr>
              <p:cNvSpPr/>
              <p:nvPr/>
            </p:nvSpPr>
            <p:spPr>
              <a:xfrm>
                <a:off x="2714139" y="3922880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  <a:highlight>
                      <a:srgbClr val="DBDBDB"/>
                    </a:highlight>
                  </a:rPr>
                  <a:t>0.67</a:t>
                </a:r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B8031D2D-3B16-4004-9548-92303F227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139" y="3922880"/>
                <a:ext cx="614207" cy="646331"/>
              </a:xfrm>
              <a:prstGeom prst="rect">
                <a:avLst/>
              </a:prstGeom>
              <a:blipFill>
                <a:blip r:embed="rId7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等腰三角形 126">
            <a:extLst>
              <a:ext uri="{FF2B5EF4-FFF2-40B4-BE49-F238E27FC236}">
                <a16:creationId xmlns:a16="http://schemas.microsoft.com/office/drawing/2014/main" id="{C41B3E04-9F0D-4E3F-93CD-B9E6A0BB5B2D}"/>
              </a:ext>
            </a:extLst>
          </p:cNvPr>
          <p:cNvSpPr/>
          <p:nvPr/>
        </p:nvSpPr>
        <p:spPr>
          <a:xfrm rot="16200000">
            <a:off x="1651492" y="4496777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9" name="等腰三角形 128">
            <a:extLst>
              <a:ext uri="{FF2B5EF4-FFF2-40B4-BE49-F238E27FC236}">
                <a16:creationId xmlns:a16="http://schemas.microsoft.com/office/drawing/2014/main" id="{DCCA1878-40CF-40AF-8E9E-19DDB0D26452}"/>
              </a:ext>
            </a:extLst>
          </p:cNvPr>
          <p:cNvSpPr/>
          <p:nvPr/>
        </p:nvSpPr>
        <p:spPr>
          <a:xfrm rot="16200000">
            <a:off x="4014772" y="3856923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0" name="橢圓 129">
            <a:extLst>
              <a:ext uri="{FF2B5EF4-FFF2-40B4-BE49-F238E27FC236}">
                <a16:creationId xmlns:a16="http://schemas.microsoft.com/office/drawing/2014/main" id="{F9C117CE-7BAA-45AA-BAA9-CFCD64300226}"/>
              </a:ext>
            </a:extLst>
          </p:cNvPr>
          <p:cNvSpPr/>
          <p:nvPr/>
        </p:nvSpPr>
        <p:spPr>
          <a:xfrm>
            <a:off x="3448522" y="3859930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等腰三角形 130">
            <a:extLst>
              <a:ext uri="{FF2B5EF4-FFF2-40B4-BE49-F238E27FC236}">
                <a16:creationId xmlns:a16="http://schemas.microsoft.com/office/drawing/2014/main" id="{17C72343-EDBF-44F0-B366-7EB2AA7F59BD}"/>
              </a:ext>
            </a:extLst>
          </p:cNvPr>
          <p:cNvSpPr/>
          <p:nvPr/>
        </p:nvSpPr>
        <p:spPr>
          <a:xfrm rot="16200000">
            <a:off x="4064358" y="5603730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2" name="橢圓 131">
            <a:extLst>
              <a:ext uri="{FF2B5EF4-FFF2-40B4-BE49-F238E27FC236}">
                <a16:creationId xmlns:a16="http://schemas.microsoft.com/office/drawing/2014/main" id="{94EDD635-112D-492A-A5BC-379AD0522C6F}"/>
              </a:ext>
            </a:extLst>
          </p:cNvPr>
          <p:cNvSpPr/>
          <p:nvPr/>
        </p:nvSpPr>
        <p:spPr>
          <a:xfrm>
            <a:off x="3498108" y="5606737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52FC42BC-49BF-417B-8058-665ECD32DC4D}"/>
                  </a:ext>
                </a:extLst>
              </p:cNvPr>
              <p:cNvSpPr/>
              <p:nvPr/>
            </p:nvSpPr>
            <p:spPr>
              <a:xfrm>
                <a:off x="3511280" y="5596952"/>
                <a:ext cx="606640" cy="6667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52FC42BC-49BF-417B-8058-665ECD32DC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280" y="5596952"/>
                <a:ext cx="606640" cy="6667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42C86056-3E25-421C-92D7-EF8BC9E90088}"/>
                  </a:ext>
                </a:extLst>
              </p:cNvPr>
              <p:cNvSpPr/>
              <p:nvPr/>
            </p:nvSpPr>
            <p:spPr>
              <a:xfrm>
                <a:off x="3470041" y="3844414"/>
                <a:ext cx="604974" cy="665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42C86056-3E25-421C-92D7-EF8BC9E900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041" y="3844414"/>
                <a:ext cx="604974" cy="6653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8AB63475-C8F2-4632-8297-6E0F8ECA41BB}"/>
                  </a:ext>
                </a:extLst>
              </p:cNvPr>
              <p:cNvSpPr/>
              <p:nvPr/>
            </p:nvSpPr>
            <p:spPr>
              <a:xfrm>
                <a:off x="4093212" y="3790060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8AB63475-C8F2-4632-8297-6E0F8ECA41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212" y="3790060"/>
                <a:ext cx="887744" cy="6662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A82B0477-CA34-48AE-8550-DE4CDD46B00E}"/>
                  </a:ext>
                </a:extLst>
              </p:cNvPr>
              <p:cNvSpPr/>
              <p:nvPr/>
            </p:nvSpPr>
            <p:spPr>
              <a:xfrm>
                <a:off x="4126756" y="5563346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A82B0477-CA34-48AE-8550-DE4CDD46B0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756" y="5563346"/>
                <a:ext cx="887744" cy="6662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2D99832C-A49C-41CF-90D2-6F823CE696ED}"/>
                  </a:ext>
                </a:extLst>
              </p:cNvPr>
              <p:cNvSpPr/>
              <p:nvPr/>
            </p:nvSpPr>
            <p:spPr>
              <a:xfrm>
                <a:off x="1616754" y="4349153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chemeClr val="tx1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2D99832C-A49C-41CF-90D2-6F823CE696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754" y="4349153"/>
                <a:ext cx="887744" cy="66620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C27C34F6-A917-4B7B-AD7B-01675A4A6E62}"/>
                  </a:ext>
                </a:extLst>
              </p:cNvPr>
              <p:cNvSpPr/>
              <p:nvPr/>
            </p:nvSpPr>
            <p:spPr>
              <a:xfrm>
                <a:off x="2498440" y="2152154"/>
                <a:ext cx="887743" cy="6660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dirty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C27C34F6-A917-4B7B-AD7B-01675A4A6E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8440" y="2152154"/>
                <a:ext cx="887743" cy="66608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0B1F5B8C-5EA1-4402-A7C3-BC57A71D91A9}"/>
                  </a:ext>
                </a:extLst>
              </p:cNvPr>
              <p:cNvSpPr/>
              <p:nvPr/>
            </p:nvSpPr>
            <p:spPr>
              <a:xfrm>
                <a:off x="5318910" y="4200665"/>
                <a:ext cx="6092694" cy="136268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=</a:t>
                </a:r>
                <a:r>
                  <a:rPr lang="zh-TW" altLang="en-US" dirty="0"/>
                  <a:t>全部跟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TW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有關的</m:t>
                    </m:r>
                  </m:oMath>
                </a14:m>
                <a:r>
                  <a:rPr lang="en-US" altLang="zh-TW" dirty="0"/>
                  <a:t>(</a:t>
                </a:r>
                <a:r>
                  <a:rPr lang="zh-TW" altLang="en-US" dirty="0">
                    <a:solidFill>
                      <a:srgbClr val="0000FF"/>
                    </a:solidFill>
                  </a:rPr>
                  <a:t>權重</a:t>
                </a:r>
                <a:r>
                  <a:rPr lang="zh-TW" altLang="en-US" dirty="0"/>
                  <a:t>*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激活函數微分</a:t>
                </a:r>
                <a:r>
                  <a:rPr lang="zh-TW" altLang="en-US" dirty="0"/>
                  <a:t>*</a:t>
                </a:r>
                <a:r>
                  <a:rPr lang="zh-TW" altLang="en-US" dirty="0">
                    <a:solidFill>
                      <a:srgbClr val="00B050"/>
                    </a:solidFill>
                  </a:rPr>
                  <a:t>輸出梯度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總和</a:t>
                </a:r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:r>
                  <a:rPr lang="zh-TW" altLang="en-US" dirty="0"/>
                  <a:t>          </a:t>
                </a:r>
                <a:r>
                  <a:rPr lang="en-US" altLang="zh-TW" dirty="0"/>
                  <a:t>=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0B1F5B8C-5EA1-4402-A7C3-BC57A71D91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910" y="4200665"/>
                <a:ext cx="6092694" cy="1362681"/>
              </a:xfrm>
              <a:prstGeom prst="rect">
                <a:avLst/>
              </a:prstGeom>
              <a:blipFill>
                <a:blip r:embed="rId14"/>
                <a:stretch>
                  <a:fillRect r="-1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橢圓 147">
            <a:extLst>
              <a:ext uri="{FF2B5EF4-FFF2-40B4-BE49-F238E27FC236}">
                <a16:creationId xmlns:a16="http://schemas.microsoft.com/office/drawing/2014/main" id="{D53E8B7B-1550-4C25-B55F-321FA8067A53}"/>
              </a:ext>
            </a:extLst>
          </p:cNvPr>
          <p:cNvSpPr/>
          <p:nvPr/>
        </p:nvSpPr>
        <p:spPr>
          <a:xfrm>
            <a:off x="448683" y="1507731"/>
            <a:ext cx="339614" cy="3396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9" name="橢圓 148">
            <a:extLst>
              <a:ext uri="{FF2B5EF4-FFF2-40B4-BE49-F238E27FC236}">
                <a16:creationId xmlns:a16="http://schemas.microsoft.com/office/drawing/2014/main" id="{8B64487B-DC8E-4E80-99AF-429D5387CB95}"/>
              </a:ext>
            </a:extLst>
          </p:cNvPr>
          <p:cNvSpPr/>
          <p:nvPr/>
        </p:nvSpPr>
        <p:spPr>
          <a:xfrm>
            <a:off x="423816" y="3532148"/>
            <a:ext cx="339614" cy="3396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CE265492-0612-403B-9524-D0B73F1A419E}"/>
              </a:ext>
            </a:extLst>
          </p:cNvPr>
          <p:cNvSpPr txBox="1"/>
          <p:nvPr/>
        </p:nvSpPr>
        <p:spPr>
          <a:xfrm>
            <a:off x="876442" y="1492872"/>
            <a:ext cx="209544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如何算權重的梯度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4E61C0AE-EBEA-4840-8AE2-99A69C550D68}"/>
              </a:ext>
            </a:extLst>
          </p:cNvPr>
          <p:cNvSpPr txBox="1"/>
          <p:nvPr/>
        </p:nvSpPr>
        <p:spPr>
          <a:xfrm>
            <a:off x="875555" y="3532148"/>
            <a:ext cx="23262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如何算神經元的梯度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152" name="橢圓 151">
            <a:extLst>
              <a:ext uri="{FF2B5EF4-FFF2-40B4-BE49-F238E27FC236}">
                <a16:creationId xmlns:a16="http://schemas.microsoft.com/office/drawing/2014/main" id="{DF481697-5FB2-49B2-B985-B45CE0F023DC}"/>
              </a:ext>
            </a:extLst>
          </p:cNvPr>
          <p:cNvSpPr/>
          <p:nvPr/>
        </p:nvSpPr>
        <p:spPr>
          <a:xfrm>
            <a:off x="1718650" y="2247512"/>
            <a:ext cx="643210" cy="64321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6" name="直線單箭頭接點 155">
            <a:extLst>
              <a:ext uri="{FF2B5EF4-FFF2-40B4-BE49-F238E27FC236}">
                <a16:creationId xmlns:a16="http://schemas.microsoft.com/office/drawing/2014/main" id="{5F1164DA-F72B-41E4-8855-D7F7B5F74F85}"/>
              </a:ext>
            </a:extLst>
          </p:cNvPr>
          <p:cNvCxnSpPr/>
          <p:nvPr/>
        </p:nvCxnSpPr>
        <p:spPr>
          <a:xfrm>
            <a:off x="199176" y="3295461"/>
            <a:ext cx="11561275" cy="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9943311-0B68-46EC-BE8A-3741B3F3B5F0}"/>
                  </a:ext>
                </a:extLst>
              </p:cNvPr>
              <p:cNvSpPr/>
              <p:nvPr/>
            </p:nvSpPr>
            <p:spPr>
              <a:xfrm>
                <a:off x="9627816" y="1909683"/>
                <a:ext cx="2132635" cy="4849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dirty="0"/>
                  <a:t>Sigmoid(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) 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9943311-0B68-46EC-BE8A-3741B3F3B5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7816" y="1909683"/>
                <a:ext cx="2132635" cy="484941"/>
              </a:xfrm>
              <a:prstGeom prst="rect">
                <a:avLst/>
              </a:prstGeom>
              <a:blipFill>
                <a:blip r:embed="rId15"/>
                <a:stretch>
                  <a:fillRect l="-1989" b="-48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36A19CE2-950C-4158-959C-82459F8DEF75}"/>
                  </a:ext>
                </a:extLst>
              </p:cNvPr>
              <p:cNvSpPr/>
              <p:nvPr/>
            </p:nvSpPr>
            <p:spPr>
              <a:xfrm>
                <a:off x="7978140" y="2558392"/>
                <a:ext cx="3782311" cy="4849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dirty="0"/>
                          <m:t>Sigmoid</m:t>
                        </m:r>
                      </m:e>
                      <m:sup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) 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36A19CE2-950C-4158-959C-82459F8DEF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8140" y="2558392"/>
                <a:ext cx="3782311" cy="484941"/>
              </a:xfrm>
              <a:prstGeom prst="rect">
                <a:avLst/>
              </a:prstGeom>
              <a:blipFill>
                <a:blip r:embed="rId16"/>
                <a:stretch>
                  <a:fillRect b="-61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0245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5745767-513C-4896-AFE6-7717D88DEB7B}"/>
              </a:ext>
            </a:extLst>
          </p:cNvPr>
          <p:cNvSpPr txBox="1"/>
          <p:nvPr/>
        </p:nvSpPr>
        <p:spPr>
          <a:xfrm>
            <a:off x="1924165" y="100146"/>
            <a:ext cx="89050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4000" dirty="0"/>
              <a:t>如果下面的投影片都看不懂也</a:t>
            </a:r>
            <a:r>
              <a:rPr lang="zh-TW" altLang="en-US" sz="4000" dirty="0">
                <a:solidFill>
                  <a:srgbClr val="FF0000"/>
                </a:solidFill>
              </a:rPr>
              <a:t>沒關係</a:t>
            </a:r>
            <a:r>
              <a:rPr lang="zh-TW" altLang="en-US" sz="4000" dirty="0"/>
              <a:t>，</a:t>
            </a:r>
            <a:endParaRPr lang="en-US" altLang="zh-TW" sz="4000" dirty="0"/>
          </a:p>
          <a:p>
            <a:pPr algn="ctr"/>
            <a:r>
              <a:rPr lang="zh-TW" altLang="en-US" sz="4000" dirty="0"/>
              <a:t>只要記得這兩頁的就好。</a:t>
            </a:r>
            <a:endParaRPr lang="en-US" altLang="zh-TW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E3E9C102-A817-4DFD-A603-C7368B40845C}"/>
                  </a:ext>
                </a:extLst>
              </p:cNvPr>
              <p:cNvSpPr/>
              <p:nvPr/>
            </p:nvSpPr>
            <p:spPr>
              <a:xfrm>
                <a:off x="6427798" y="3400835"/>
                <a:ext cx="3344249" cy="137742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激活函數微分</a:t>
                </a:r>
                <a:r>
                  <a:rPr lang="zh-TW" altLang="en-US" dirty="0"/>
                  <a:t>*</a:t>
                </a:r>
                <a:r>
                  <a:rPr lang="zh-TW" altLang="en-US" dirty="0">
                    <a:solidFill>
                      <a:srgbClr val="00B050"/>
                    </a:solidFill>
                  </a:rPr>
                  <a:t>輸出梯度</a:t>
                </a:r>
                <a:endParaRPr lang="en-US" altLang="zh-TW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dirty="0">
                    <a:solidFill>
                      <a:srgbClr val="00B050"/>
                    </a:solidFill>
                  </a:rPr>
                  <a:t>           </a:t>
                </a:r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E3E9C102-A817-4DFD-A603-C7368B4084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798" y="3400835"/>
                <a:ext cx="3344249" cy="1377428"/>
              </a:xfrm>
              <a:prstGeom prst="rect">
                <a:avLst/>
              </a:prstGeom>
              <a:blipFill>
                <a:blip r:embed="rId2"/>
                <a:stretch>
                  <a:fillRect r="-90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橢圓 39">
            <a:extLst>
              <a:ext uri="{FF2B5EF4-FFF2-40B4-BE49-F238E27FC236}">
                <a16:creationId xmlns:a16="http://schemas.microsoft.com/office/drawing/2014/main" id="{91861FD1-8DFE-475D-B68F-9748B4612EB1}"/>
              </a:ext>
            </a:extLst>
          </p:cNvPr>
          <p:cNvSpPr/>
          <p:nvPr/>
        </p:nvSpPr>
        <p:spPr>
          <a:xfrm>
            <a:off x="3165726" y="3038997"/>
            <a:ext cx="937960" cy="9379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等腰三角形 52">
            <a:extLst>
              <a:ext uri="{FF2B5EF4-FFF2-40B4-BE49-F238E27FC236}">
                <a16:creationId xmlns:a16="http://schemas.microsoft.com/office/drawing/2014/main" id="{4E353205-953A-46D2-A592-A46439B940ED}"/>
              </a:ext>
            </a:extLst>
          </p:cNvPr>
          <p:cNvSpPr/>
          <p:nvPr/>
        </p:nvSpPr>
        <p:spPr>
          <a:xfrm rot="16200000">
            <a:off x="4007914" y="3090745"/>
            <a:ext cx="1114787" cy="882819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1D49BEF9-F0ED-47A4-8D64-D7E032778A21}"/>
              </a:ext>
            </a:extLst>
          </p:cNvPr>
          <p:cNvCxnSpPr>
            <a:cxnSpLocks/>
            <a:stCxn id="33" idx="0"/>
            <a:endCxn id="40" idx="4"/>
          </p:cNvCxnSpPr>
          <p:nvPr/>
        </p:nvCxnSpPr>
        <p:spPr>
          <a:xfrm flipV="1">
            <a:off x="3624830" y="3976957"/>
            <a:ext cx="9876" cy="685871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46CE6C5A-61D7-45FA-8590-912489C75DB7}"/>
              </a:ext>
            </a:extLst>
          </p:cNvPr>
          <p:cNvSpPr/>
          <p:nvPr/>
        </p:nvSpPr>
        <p:spPr>
          <a:xfrm>
            <a:off x="3160060" y="4662828"/>
            <a:ext cx="929540" cy="9295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AB68951F-E718-4011-9FA2-82090F866811}"/>
              </a:ext>
            </a:extLst>
          </p:cNvPr>
          <p:cNvSpPr/>
          <p:nvPr/>
        </p:nvSpPr>
        <p:spPr>
          <a:xfrm>
            <a:off x="1031218" y="2082116"/>
            <a:ext cx="339614" cy="3396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F99B5A4-442A-49BF-94EB-702811E79D4D}"/>
              </a:ext>
            </a:extLst>
          </p:cNvPr>
          <p:cNvSpPr txBox="1"/>
          <p:nvPr/>
        </p:nvSpPr>
        <p:spPr>
          <a:xfrm>
            <a:off x="1482957" y="2082116"/>
            <a:ext cx="209544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如何算偏差的梯度</a:t>
            </a:r>
            <a:r>
              <a:rPr lang="en-US" altLang="zh-TW" dirty="0"/>
              <a:t>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6140C50-BECD-4D0D-AE79-9176770BD2D7}"/>
                  </a:ext>
                </a:extLst>
              </p:cNvPr>
              <p:cNvSpPr/>
              <p:nvPr/>
            </p:nvSpPr>
            <p:spPr>
              <a:xfrm>
                <a:off x="3215943" y="4805692"/>
                <a:ext cx="887743" cy="664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6140C50-BECD-4D0D-AE79-9176770BD2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943" y="4805692"/>
                <a:ext cx="887743" cy="6643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A4E78A1-90A5-4F64-B043-C2387FC9C925}"/>
                  </a:ext>
                </a:extLst>
              </p:cNvPr>
              <p:cNvSpPr/>
              <p:nvPr/>
            </p:nvSpPr>
            <p:spPr>
              <a:xfrm>
                <a:off x="3332219" y="3175097"/>
                <a:ext cx="604974" cy="6657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A4E78A1-90A5-4F64-B043-C2387FC9C9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2219" y="3175097"/>
                <a:ext cx="604974" cy="6657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CC6C5AA-C6F0-4F14-9665-9DB014DA23F8}"/>
                  </a:ext>
                </a:extLst>
              </p:cNvPr>
              <p:cNvSpPr/>
              <p:nvPr/>
            </p:nvSpPr>
            <p:spPr>
              <a:xfrm>
                <a:off x="4256657" y="3199051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CC6C5AA-C6F0-4F14-9665-9DB014DA23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657" y="3199051"/>
                <a:ext cx="887744" cy="666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702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745767-513C-4896-AFE6-7717D88DEB7B}"/>
                  </a:ext>
                </a:extLst>
              </p:cNvPr>
              <p:cNvSpPr txBox="1"/>
              <p:nvPr/>
            </p:nvSpPr>
            <p:spPr>
              <a:xfrm>
                <a:off x="2037036" y="1874625"/>
                <a:ext cx="8117928" cy="2693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TW" altLang="en-US" sz="4800" dirty="0">
                    <a:solidFill>
                      <a:schemeClr val="tx1"/>
                    </a:solidFill>
                  </a:rPr>
                  <a:t>計算</a:t>
                </a:r>
                <a:r>
                  <a:rPr lang="en-US" altLang="zh-TW" sz="4800" dirty="0">
                    <a:solidFill>
                      <a:schemeClr val="tx1"/>
                    </a:solidFill>
                  </a:rPr>
                  <a:t>Loss</a:t>
                </a:r>
                <a:r>
                  <a:rPr lang="zh-TW" altLang="en-US" sz="4800" dirty="0">
                    <a:solidFill>
                      <a:schemeClr val="tx1"/>
                    </a:solidFill>
                  </a:rPr>
                  <a:t>對權重</a:t>
                </a:r>
                <a:r>
                  <a:rPr lang="zh-TW" altLang="en-US" sz="4800" dirty="0"/>
                  <a:t>、偏差的</a:t>
                </a:r>
                <a:r>
                  <a:rPr lang="zh-TW" altLang="en-US" sz="4800" dirty="0">
                    <a:solidFill>
                      <a:schemeClr val="tx1"/>
                    </a:solidFill>
                  </a:rPr>
                  <a:t>梯度</a:t>
                </a:r>
                <a:endParaRPr lang="en-US" altLang="zh-TW" sz="4800" dirty="0">
                  <a:solidFill>
                    <a:schemeClr val="tx1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4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48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4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zh-TW" altLang="en-US" sz="4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TW" sz="4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zh-TW" altLang="en-US" sz="4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48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4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zh-TW" sz="4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745767-513C-4896-AFE6-7717D88DE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036" y="1874625"/>
                <a:ext cx="8117928" cy="2693623"/>
              </a:xfrm>
              <a:prstGeom prst="rect">
                <a:avLst/>
              </a:prstGeom>
              <a:blipFill>
                <a:blip r:embed="rId2"/>
                <a:stretch>
                  <a:fillRect l="-2853" r="-28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2858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>
            <a:extLst>
              <a:ext uri="{FF2B5EF4-FFF2-40B4-BE49-F238E27FC236}">
                <a16:creationId xmlns:a16="http://schemas.microsoft.com/office/drawing/2014/main" id="{FE601569-AF31-4187-934F-A13169551D0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4400" dirty="0"/>
              <a:t>範例</a:t>
            </a:r>
            <a:r>
              <a:rPr lang="en-US" altLang="zh-TW" sz="4400" dirty="0"/>
              <a:t>(</a:t>
            </a:r>
            <a:r>
              <a:rPr lang="zh-TW" altLang="en-US" sz="4400" dirty="0"/>
              <a:t>建另一個網路</a:t>
            </a:r>
            <a:r>
              <a:rPr lang="en-US" altLang="zh-TW" sz="4400" dirty="0"/>
              <a:t>)</a:t>
            </a:r>
          </a:p>
        </p:txBody>
      </p:sp>
      <p:sp>
        <p:nvSpPr>
          <p:cNvPr id="146" name="橢圓 145">
            <a:extLst>
              <a:ext uri="{FF2B5EF4-FFF2-40B4-BE49-F238E27FC236}">
                <a16:creationId xmlns:a16="http://schemas.microsoft.com/office/drawing/2014/main" id="{083F4F46-9BA5-4F2B-B4A5-522562B875C3}"/>
              </a:ext>
            </a:extLst>
          </p:cNvPr>
          <p:cNvSpPr/>
          <p:nvPr/>
        </p:nvSpPr>
        <p:spPr>
          <a:xfrm>
            <a:off x="872306" y="2005080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7" name="橢圓 146">
            <a:extLst>
              <a:ext uri="{FF2B5EF4-FFF2-40B4-BE49-F238E27FC236}">
                <a16:creationId xmlns:a16="http://schemas.microsoft.com/office/drawing/2014/main" id="{8EF0198F-D2F9-4BBC-B815-1EC2B2CCD700}"/>
              </a:ext>
            </a:extLst>
          </p:cNvPr>
          <p:cNvSpPr/>
          <p:nvPr/>
        </p:nvSpPr>
        <p:spPr>
          <a:xfrm>
            <a:off x="872306" y="3662430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2" name="直線單箭頭接點 151">
            <a:extLst>
              <a:ext uri="{FF2B5EF4-FFF2-40B4-BE49-F238E27FC236}">
                <a16:creationId xmlns:a16="http://schemas.microsoft.com/office/drawing/2014/main" id="{97A08C3A-C16B-4576-B006-1CF52F6EF624}"/>
              </a:ext>
            </a:extLst>
          </p:cNvPr>
          <p:cNvCxnSpPr>
            <a:cxnSpLocks/>
            <a:stCxn id="146" idx="6"/>
            <a:endCxn id="14" idx="2"/>
          </p:cNvCxnSpPr>
          <p:nvPr/>
        </p:nvCxnSpPr>
        <p:spPr>
          <a:xfrm flipV="1">
            <a:off x="1691456" y="1885197"/>
            <a:ext cx="1147897" cy="52945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>
            <a:extLst>
              <a:ext uri="{FF2B5EF4-FFF2-40B4-BE49-F238E27FC236}">
                <a16:creationId xmlns:a16="http://schemas.microsoft.com/office/drawing/2014/main" id="{02FBAA44-2D19-406B-B771-9BA2C7C4B6BB}"/>
              </a:ext>
            </a:extLst>
          </p:cNvPr>
          <p:cNvCxnSpPr>
            <a:cxnSpLocks/>
            <a:stCxn id="146" idx="6"/>
            <a:endCxn id="201" idx="2"/>
          </p:cNvCxnSpPr>
          <p:nvPr/>
        </p:nvCxnSpPr>
        <p:spPr>
          <a:xfrm>
            <a:off x="1691456" y="2414655"/>
            <a:ext cx="1169068" cy="216948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單箭頭接點 153">
            <a:extLst>
              <a:ext uri="{FF2B5EF4-FFF2-40B4-BE49-F238E27FC236}">
                <a16:creationId xmlns:a16="http://schemas.microsoft.com/office/drawing/2014/main" id="{17068B5A-83AE-4300-BD71-66EA74D28F3E}"/>
              </a:ext>
            </a:extLst>
          </p:cNvPr>
          <p:cNvCxnSpPr>
            <a:cxnSpLocks/>
            <a:stCxn id="147" idx="6"/>
            <a:endCxn id="14" idx="2"/>
          </p:cNvCxnSpPr>
          <p:nvPr/>
        </p:nvCxnSpPr>
        <p:spPr>
          <a:xfrm flipV="1">
            <a:off x="1691456" y="1885197"/>
            <a:ext cx="1147897" cy="218680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單箭頭接點 154">
            <a:extLst>
              <a:ext uri="{FF2B5EF4-FFF2-40B4-BE49-F238E27FC236}">
                <a16:creationId xmlns:a16="http://schemas.microsoft.com/office/drawing/2014/main" id="{316C8527-C8E5-4FF5-8ACE-3BC2BCAF8C30}"/>
              </a:ext>
            </a:extLst>
          </p:cNvPr>
          <p:cNvCxnSpPr>
            <a:cxnSpLocks/>
            <a:stCxn id="147" idx="6"/>
            <a:endCxn id="201" idx="2"/>
          </p:cNvCxnSpPr>
          <p:nvPr/>
        </p:nvCxnSpPr>
        <p:spPr>
          <a:xfrm>
            <a:off x="1691456" y="4072005"/>
            <a:ext cx="1169068" cy="51213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單箭頭接點 155">
            <a:extLst>
              <a:ext uri="{FF2B5EF4-FFF2-40B4-BE49-F238E27FC236}">
                <a16:creationId xmlns:a16="http://schemas.microsoft.com/office/drawing/2014/main" id="{300641BC-1CFC-4071-B76F-7A23F9778BF8}"/>
              </a:ext>
            </a:extLst>
          </p:cNvPr>
          <p:cNvCxnSpPr>
            <a:cxnSpLocks/>
            <a:stCxn id="200" idx="3"/>
            <a:endCxn id="203" idx="2"/>
          </p:cNvCxnSpPr>
          <p:nvPr/>
        </p:nvCxnSpPr>
        <p:spPr>
          <a:xfrm flipV="1">
            <a:off x="4102264" y="2319681"/>
            <a:ext cx="1026961" cy="2242805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>
            <a:extLst>
              <a:ext uri="{FF2B5EF4-FFF2-40B4-BE49-F238E27FC236}">
                <a16:creationId xmlns:a16="http://schemas.microsoft.com/office/drawing/2014/main" id="{3F89E99A-6D3D-43FB-B640-22D12DEB8A27}"/>
              </a:ext>
            </a:extLst>
          </p:cNvPr>
          <p:cNvCxnSpPr>
            <a:cxnSpLocks/>
            <a:stCxn id="10" idx="3"/>
            <a:endCxn id="203" idx="2"/>
          </p:cNvCxnSpPr>
          <p:nvPr/>
        </p:nvCxnSpPr>
        <p:spPr>
          <a:xfrm>
            <a:off x="4081093" y="1863544"/>
            <a:ext cx="1048132" cy="45613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>
            <a:extLst>
              <a:ext uri="{FF2B5EF4-FFF2-40B4-BE49-F238E27FC236}">
                <a16:creationId xmlns:a16="http://schemas.microsoft.com/office/drawing/2014/main" id="{3E488021-B276-4C8F-A4D3-3082984CD754}"/>
              </a:ext>
            </a:extLst>
          </p:cNvPr>
          <p:cNvCxnSpPr>
            <a:cxnSpLocks/>
            <a:stCxn id="10" idx="3"/>
            <a:endCxn id="205" idx="2"/>
          </p:cNvCxnSpPr>
          <p:nvPr/>
        </p:nvCxnSpPr>
        <p:spPr>
          <a:xfrm>
            <a:off x="4081093" y="1863544"/>
            <a:ext cx="1097718" cy="220294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單箭頭接點 158">
            <a:extLst>
              <a:ext uri="{FF2B5EF4-FFF2-40B4-BE49-F238E27FC236}">
                <a16:creationId xmlns:a16="http://schemas.microsoft.com/office/drawing/2014/main" id="{044EE390-32BD-47FE-8435-EF2E9B856508}"/>
              </a:ext>
            </a:extLst>
          </p:cNvPr>
          <p:cNvCxnSpPr>
            <a:cxnSpLocks/>
            <a:stCxn id="200" idx="3"/>
            <a:endCxn id="205" idx="2"/>
          </p:cNvCxnSpPr>
          <p:nvPr/>
        </p:nvCxnSpPr>
        <p:spPr>
          <a:xfrm flipV="1">
            <a:off x="4102264" y="4066488"/>
            <a:ext cx="1076547" cy="49599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單箭頭接點 163">
            <a:extLst>
              <a:ext uri="{FF2B5EF4-FFF2-40B4-BE49-F238E27FC236}">
                <a16:creationId xmlns:a16="http://schemas.microsoft.com/office/drawing/2014/main" id="{F0C85361-BC9C-43A3-92F7-23064D99BA8D}"/>
              </a:ext>
            </a:extLst>
          </p:cNvPr>
          <p:cNvCxnSpPr>
            <a:cxnSpLocks/>
            <a:stCxn id="14" idx="4"/>
            <a:endCxn id="166" idx="0"/>
          </p:cNvCxnSpPr>
          <p:nvPr/>
        </p:nvCxnSpPr>
        <p:spPr>
          <a:xfrm>
            <a:off x="3156524" y="2202368"/>
            <a:ext cx="8492" cy="63779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單箭頭接點 164">
            <a:extLst>
              <a:ext uri="{FF2B5EF4-FFF2-40B4-BE49-F238E27FC236}">
                <a16:creationId xmlns:a16="http://schemas.microsoft.com/office/drawing/2014/main" id="{E705F35E-40B0-4D37-9085-4F949E743F0D}"/>
              </a:ext>
            </a:extLst>
          </p:cNvPr>
          <p:cNvCxnSpPr>
            <a:cxnSpLocks/>
            <a:stCxn id="201" idx="4"/>
            <a:endCxn id="167" idx="0"/>
          </p:cNvCxnSpPr>
          <p:nvPr/>
        </p:nvCxnSpPr>
        <p:spPr>
          <a:xfrm flipH="1">
            <a:off x="3174848" y="4901310"/>
            <a:ext cx="2847" cy="47029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矩形 165">
            <a:extLst>
              <a:ext uri="{FF2B5EF4-FFF2-40B4-BE49-F238E27FC236}">
                <a16:creationId xmlns:a16="http://schemas.microsoft.com/office/drawing/2014/main" id="{C6A1E56E-18C6-4AA6-9662-E20ABE7E098D}"/>
              </a:ext>
            </a:extLst>
          </p:cNvPr>
          <p:cNvSpPr/>
          <p:nvPr/>
        </p:nvSpPr>
        <p:spPr>
          <a:xfrm>
            <a:off x="2850692" y="2840158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D9C9BFD5-EC79-4734-BA1B-5788C81C1AE5}"/>
              </a:ext>
            </a:extLst>
          </p:cNvPr>
          <p:cNvSpPr/>
          <p:nvPr/>
        </p:nvSpPr>
        <p:spPr>
          <a:xfrm>
            <a:off x="2860524" y="537160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8" name="直線單箭頭接點 167">
            <a:extLst>
              <a:ext uri="{FF2B5EF4-FFF2-40B4-BE49-F238E27FC236}">
                <a16:creationId xmlns:a16="http://schemas.microsoft.com/office/drawing/2014/main" id="{BA545333-28A5-4526-BD22-11F5052BD618}"/>
              </a:ext>
            </a:extLst>
          </p:cNvPr>
          <p:cNvCxnSpPr>
            <a:cxnSpLocks/>
            <a:stCxn id="203" idx="4"/>
            <a:endCxn id="169" idx="0"/>
          </p:cNvCxnSpPr>
          <p:nvPr/>
        </p:nvCxnSpPr>
        <p:spPr>
          <a:xfrm>
            <a:off x="5446396" y="2636852"/>
            <a:ext cx="3513" cy="23389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矩形 168">
            <a:extLst>
              <a:ext uri="{FF2B5EF4-FFF2-40B4-BE49-F238E27FC236}">
                <a16:creationId xmlns:a16="http://schemas.microsoft.com/office/drawing/2014/main" id="{A0BA4DD5-5110-4A34-BCC4-75B351EB5443}"/>
              </a:ext>
            </a:extLst>
          </p:cNvPr>
          <p:cNvSpPr/>
          <p:nvPr/>
        </p:nvSpPr>
        <p:spPr>
          <a:xfrm>
            <a:off x="5135585" y="287074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0" name="直線單箭頭接點 169">
            <a:extLst>
              <a:ext uri="{FF2B5EF4-FFF2-40B4-BE49-F238E27FC236}">
                <a16:creationId xmlns:a16="http://schemas.microsoft.com/office/drawing/2014/main" id="{0DE2A124-5BE1-4A0F-BBB8-B0E0F3FA31CE}"/>
              </a:ext>
            </a:extLst>
          </p:cNvPr>
          <p:cNvCxnSpPr>
            <a:cxnSpLocks/>
            <a:stCxn id="205" idx="4"/>
            <a:endCxn id="171" idx="0"/>
          </p:cNvCxnSpPr>
          <p:nvPr/>
        </p:nvCxnSpPr>
        <p:spPr>
          <a:xfrm flipH="1">
            <a:off x="5493135" y="4383659"/>
            <a:ext cx="2847" cy="9843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矩形 170">
            <a:extLst>
              <a:ext uri="{FF2B5EF4-FFF2-40B4-BE49-F238E27FC236}">
                <a16:creationId xmlns:a16="http://schemas.microsoft.com/office/drawing/2014/main" id="{776DE69F-BB96-4412-8F58-7405C472C926}"/>
              </a:ext>
            </a:extLst>
          </p:cNvPr>
          <p:cNvSpPr/>
          <p:nvPr/>
        </p:nvSpPr>
        <p:spPr>
          <a:xfrm>
            <a:off x="5178811" y="5367973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矩形 175">
                <a:extLst>
                  <a:ext uri="{FF2B5EF4-FFF2-40B4-BE49-F238E27FC236}">
                    <a16:creationId xmlns:a16="http://schemas.microsoft.com/office/drawing/2014/main" id="{0FF0176F-667D-41A0-916B-601A6A22C15B}"/>
                  </a:ext>
                </a:extLst>
              </p:cNvPr>
              <p:cNvSpPr/>
              <p:nvPr/>
            </p:nvSpPr>
            <p:spPr>
              <a:xfrm>
                <a:off x="987570" y="204216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</a:rPr>
                  <a:t>0.25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6" name="矩形 175">
                <a:extLst>
                  <a:ext uri="{FF2B5EF4-FFF2-40B4-BE49-F238E27FC236}">
                    <a16:creationId xmlns:a16="http://schemas.microsoft.com/office/drawing/2014/main" id="{0FF0176F-667D-41A0-916B-601A6A22C1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570" y="2042168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CFEEF0E0-AF86-4108-B9BB-F943DE088FC5}"/>
                  </a:ext>
                </a:extLst>
              </p:cNvPr>
              <p:cNvSpPr/>
              <p:nvPr/>
            </p:nvSpPr>
            <p:spPr>
              <a:xfrm>
                <a:off x="1013308" y="3725710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</a:rPr>
                  <a:t>0.02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CFEEF0E0-AF86-4108-B9BB-F943DE088F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308" y="3725710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45F3F899-806A-43DC-B1D0-CA2E7EE772CD}"/>
                  </a:ext>
                </a:extLst>
              </p:cNvPr>
              <p:cNvSpPr/>
              <p:nvPr/>
            </p:nvSpPr>
            <p:spPr>
              <a:xfrm>
                <a:off x="1688339" y="3166103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tx1"/>
                          </a:solidFill>
                          <a:highlight>
                            <a:srgbClr val="DBDBDB"/>
                          </a:highlight>
                        </a:rPr>
                        <m:t>0.25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45F3F899-806A-43DC-B1D0-CA2E7EE772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339" y="3166103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54AD1CCE-63E0-4376-93D2-95AD43B0114A}"/>
                  </a:ext>
                </a:extLst>
              </p:cNvPr>
              <p:cNvSpPr/>
              <p:nvPr/>
            </p:nvSpPr>
            <p:spPr>
              <a:xfrm>
                <a:off x="1720539" y="2441891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  <a:highlight>
                      <a:srgbClr val="DBDBDB"/>
                    </a:highlight>
                  </a:rPr>
                  <a:t>0.13</a:t>
                </a:r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54AD1CCE-63E0-4376-93D2-95AD43B011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539" y="2441891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F0E7187D-4BAC-46FD-BD49-B2FBD45F71B4}"/>
                  </a:ext>
                </a:extLst>
              </p:cNvPr>
              <p:cNvSpPr/>
              <p:nvPr/>
            </p:nvSpPr>
            <p:spPr>
              <a:xfrm>
                <a:off x="1817208" y="1782970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  <a:highlight>
                      <a:srgbClr val="DBDBDB"/>
                    </a:highlight>
                  </a:rPr>
                  <a:t>0.30</a:t>
                </a:r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F0E7187D-4BAC-46FD-BD49-B2FBD45F71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208" y="1782970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30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0459134E-7D00-4C97-B83D-BDA4BAFFFC4A}"/>
                  </a:ext>
                </a:extLst>
              </p:cNvPr>
              <p:cNvSpPr/>
              <p:nvPr/>
            </p:nvSpPr>
            <p:spPr>
              <a:xfrm>
                <a:off x="1830253" y="3811422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tx1"/>
                          </a:solidFill>
                          <a:highlight>
                            <a:srgbClr val="DBDBDB"/>
                          </a:highlight>
                        </a:rPr>
                        <m:t>0.42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0459134E-7D00-4C97-B83D-BDA4BAFFFC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253" y="3811422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8BBD5B21-4803-4E48-9BD7-648BAB3F5227}"/>
                  </a:ext>
                </a:extLst>
              </p:cNvPr>
              <p:cNvSpPr/>
              <p:nvPr/>
            </p:nvSpPr>
            <p:spPr>
              <a:xfrm>
                <a:off x="2841683" y="2836717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0.42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8BBD5B21-4803-4E48-9BD7-648BAB3F52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683" y="2836717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BCA805BA-9BC3-49EB-8EA2-DC179F49169E}"/>
                  </a:ext>
                </a:extLst>
              </p:cNvPr>
              <p:cNvSpPr/>
              <p:nvPr/>
            </p:nvSpPr>
            <p:spPr>
              <a:xfrm>
                <a:off x="2855761" y="5359616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0.42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BCA805BA-9BC3-49EB-8EA2-DC179F4916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761" y="5359616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86D587DE-53F3-4C01-9F7A-294C7DD1E5EF}"/>
                  </a:ext>
                </a:extLst>
              </p:cNvPr>
              <p:cNvSpPr/>
              <p:nvPr/>
            </p:nvSpPr>
            <p:spPr>
              <a:xfrm>
                <a:off x="5146483" y="2893723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0.67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86D587DE-53F3-4C01-9F7A-294C7DD1E5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483" y="2893723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矩形 184">
                <a:extLst>
                  <a:ext uri="{FF2B5EF4-FFF2-40B4-BE49-F238E27FC236}">
                    <a16:creationId xmlns:a16="http://schemas.microsoft.com/office/drawing/2014/main" id="{414149F9-50EE-44A6-AF68-8DA48183B3F7}"/>
                  </a:ext>
                </a:extLst>
              </p:cNvPr>
              <p:cNvSpPr/>
              <p:nvPr/>
            </p:nvSpPr>
            <p:spPr>
              <a:xfrm>
                <a:off x="5193754" y="5383535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0.67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5" name="矩形 184">
                <a:extLst>
                  <a:ext uri="{FF2B5EF4-FFF2-40B4-BE49-F238E27FC236}">
                    <a16:creationId xmlns:a16="http://schemas.microsoft.com/office/drawing/2014/main" id="{414149F9-50EE-44A6-AF68-8DA48183B3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754" y="5383535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5714" r="-285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ABF4B44F-EBA9-49D6-B352-60CBA8FFE28B}"/>
                  </a:ext>
                </a:extLst>
              </p:cNvPr>
              <p:cNvSpPr/>
              <p:nvPr/>
            </p:nvSpPr>
            <p:spPr>
              <a:xfrm>
                <a:off x="4232327" y="2382002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tx1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chemeClr val="tx1"/>
                          </a:solidFill>
                          <a:highlight>
                            <a:srgbClr val="DBDBDB"/>
                          </a:highlight>
                        </a:rPr>
                        <m:t>84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ABF4B44F-EBA9-49D6-B352-60CBA8FFE2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327" y="2382002"/>
                <a:ext cx="646331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095371C0-354B-4569-BE22-F33C5BBC74EA}"/>
                  </a:ext>
                </a:extLst>
              </p:cNvPr>
              <p:cNvSpPr/>
              <p:nvPr/>
            </p:nvSpPr>
            <p:spPr>
              <a:xfrm>
                <a:off x="4232327" y="3214093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  <a:highlight>
                      <a:srgbClr val="DBDBDB"/>
                    </a:highlight>
                  </a:rPr>
                  <a:t>0.54</a:t>
                </a:r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095371C0-354B-4569-BE22-F33C5BBC74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327" y="3214093"/>
                <a:ext cx="600742" cy="646331"/>
              </a:xfrm>
              <a:prstGeom prst="rect">
                <a:avLst/>
              </a:prstGeom>
              <a:blipFill>
                <a:blip r:embed="rId13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2B0A2170-E839-488C-8CE2-73A7640FD24C}"/>
                  </a:ext>
                </a:extLst>
              </p:cNvPr>
              <p:cNvSpPr/>
              <p:nvPr/>
            </p:nvSpPr>
            <p:spPr>
              <a:xfrm>
                <a:off x="4208454" y="1619413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  <a:highlight>
                      <a:srgbClr val="DBDBDB"/>
                    </a:highlight>
                  </a:rPr>
                  <a:t>0.67</a:t>
                </a:r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2B0A2170-E839-488C-8CE2-73A7640FD2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454" y="1619413"/>
                <a:ext cx="614207" cy="646331"/>
              </a:xfrm>
              <a:prstGeom prst="rect">
                <a:avLst/>
              </a:prstGeom>
              <a:blipFill>
                <a:blip r:embed="rId14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矩形 192">
                <a:extLst>
                  <a:ext uri="{FF2B5EF4-FFF2-40B4-BE49-F238E27FC236}">
                    <a16:creationId xmlns:a16="http://schemas.microsoft.com/office/drawing/2014/main" id="{B24B920E-4BC8-4BDE-812B-38DE93EBC2D4}"/>
                  </a:ext>
                </a:extLst>
              </p:cNvPr>
              <p:cNvSpPr/>
              <p:nvPr/>
            </p:nvSpPr>
            <p:spPr>
              <a:xfrm>
                <a:off x="4267732" y="4006699"/>
                <a:ext cx="64633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tx1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chemeClr val="tx1"/>
                          </a:solidFill>
                          <a:highlight>
                            <a:srgbClr val="DBDBDB"/>
                          </a:highlight>
                        </a:rPr>
                        <m:t>52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93" name="矩形 192">
                <a:extLst>
                  <a:ext uri="{FF2B5EF4-FFF2-40B4-BE49-F238E27FC236}">
                    <a16:creationId xmlns:a16="http://schemas.microsoft.com/office/drawing/2014/main" id="{B24B920E-4BC8-4BDE-812B-38DE93EBC2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732" y="4006699"/>
                <a:ext cx="646331" cy="6463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53EF436D-F70D-495A-BB2B-405044171EA0}"/>
              </a:ext>
            </a:extLst>
          </p:cNvPr>
          <p:cNvSpPr/>
          <p:nvPr/>
        </p:nvSpPr>
        <p:spPr>
          <a:xfrm rot="16200000">
            <a:off x="3405603" y="1565019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60CD8860-B051-4F95-A45E-C635FA0812E1}"/>
              </a:ext>
            </a:extLst>
          </p:cNvPr>
          <p:cNvSpPr/>
          <p:nvPr/>
        </p:nvSpPr>
        <p:spPr>
          <a:xfrm>
            <a:off x="2839353" y="1568026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0" name="等腰三角形 199">
            <a:extLst>
              <a:ext uri="{FF2B5EF4-FFF2-40B4-BE49-F238E27FC236}">
                <a16:creationId xmlns:a16="http://schemas.microsoft.com/office/drawing/2014/main" id="{95C5C2FD-25A0-4DA7-A99C-26D3F74D77AE}"/>
              </a:ext>
            </a:extLst>
          </p:cNvPr>
          <p:cNvSpPr/>
          <p:nvPr/>
        </p:nvSpPr>
        <p:spPr>
          <a:xfrm rot="16200000">
            <a:off x="3426774" y="4263961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1" name="橢圓 200">
            <a:extLst>
              <a:ext uri="{FF2B5EF4-FFF2-40B4-BE49-F238E27FC236}">
                <a16:creationId xmlns:a16="http://schemas.microsoft.com/office/drawing/2014/main" id="{9FDD714F-ED73-4316-A8DC-D6C76F9D2D27}"/>
              </a:ext>
            </a:extLst>
          </p:cNvPr>
          <p:cNvSpPr/>
          <p:nvPr/>
        </p:nvSpPr>
        <p:spPr>
          <a:xfrm>
            <a:off x="2860524" y="4266968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2" name="等腰三角形 201">
            <a:extLst>
              <a:ext uri="{FF2B5EF4-FFF2-40B4-BE49-F238E27FC236}">
                <a16:creationId xmlns:a16="http://schemas.microsoft.com/office/drawing/2014/main" id="{16391815-9446-497E-AA1C-91B20EDA4721}"/>
              </a:ext>
            </a:extLst>
          </p:cNvPr>
          <p:cNvSpPr/>
          <p:nvPr/>
        </p:nvSpPr>
        <p:spPr>
          <a:xfrm rot="16200000">
            <a:off x="5695475" y="1999503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3" name="橢圓 202">
            <a:extLst>
              <a:ext uri="{FF2B5EF4-FFF2-40B4-BE49-F238E27FC236}">
                <a16:creationId xmlns:a16="http://schemas.microsoft.com/office/drawing/2014/main" id="{6AC6A50E-0BE5-4085-A9FB-E762EE93441C}"/>
              </a:ext>
            </a:extLst>
          </p:cNvPr>
          <p:cNvSpPr/>
          <p:nvPr/>
        </p:nvSpPr>
        <p:spPr>
          <a:xfrm>
            <a:off x="5129225" y="2002510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4" name="等腰三角形 203">
            <a:extLst>
              <a:ext uri="{FF2B5EF4-FFF2-40B4-BE49-F238E27FC236}">
                <a16:creationId xmlns:a16="http://schemas.microsoft.com/office/drawing/2014/main" id="{4A159237-6FA1-46B9-879E-2D2F59953ECA}"/>
              </a:ext>
            </a:extLst>
          </p:cNvPr>
          <p:cNvSpPr/>
          <p:nvPr/>
        </p:nvSpPr>
        <p:spPr>
          <a:xfrm rot="16200000">
            <a:off x="5745061" y="3746310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5" name="橢圓 204">
            <a:extLst>
              <a:ext uri="{FF2B5EF4-FFF2-40B4-BE49-F238E27FC236}">
                <a16:creationId xmlns:a16="http://schemas.microsoft.com/office/drawing/2014/main" id="{7D2B28B4-A53B-4E6F-A386-6B9F30E8CE84}"/>
              </a:ext>
            </a:extLst>
          </p:cNvPr>
          <p:cNvSpPr/>
          <p:nvPr/>
        </p:nvSpPr>
        <p:spPr>
          <a:xfrm>
            <a:off x="5178811" y="3749317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5692838A-C944-4DB8-9614-B33A4884D436}"/>
                  </a:ext>
                </a:extLst>
              </p:cNvPr>
              <p:cNvSpPr/>
              <p:nvPr/>
            </p:nvSpPr>
            <p:spPr>
              <a:xfrm>
                <a:off x="5191983" y="3739532"/>
                <a:ext cx="606640" cy="6667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5692838A-C944-4DB8-9614-B33A4884D4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983" y="3739532"/>
                <a:ext cx="606640" cy="66678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0" name="矩形 559">
                <a:extLst>
                  <a:ext uri="{FF2B5EF4-FFF2-40B4-BE49-F238E27FC236}">
                    <a16:creationId xmlns:a16="http://schemas.microsoft.com/office/drawing/2014/main" id="{F328E190-BC6B-417A-A95E-2FFA8A21B680}"/>
                  </a:ext>
                </a:extLst>
              </p:cNvPr>
              <p:cNvSpPr/>
              <p:nvPr/>
            </p:nvSpPr>
            <p:spPr>
              <a:xfrm>
                <a:off x="5150744" y="1986994"/>
                <a:ext cx="604974" cy="665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0" name="矩形 559">
                <a:extLst>
                  <a:ext uri="{FF2B5EF4-FFF2-40B4-BE49-F238E27FC236}">
                    <a16:creationId xmlns:a16="http://schemas.microsoft.com/office/drawing/2014/main" id="{F328E190-BC6B-417A-A95E-2FFA8A21B6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744" y="1986994"/>
                <a:ext cx="604974" cy="6653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1" name="矩形 560">
                <a:extLst>
                  <a:ext uri="{FF2B5EF4-FFF2-40B4-BE49-F238E27FC236}">
                    <a16:creationId xmlns:a16="http://schemas.microsoft.com/office/drawing/2014/main" id="{80A75E79-EC82-4C05-8F58-C16ED3E903FE}"/>
                  </a:ext>
                </a:extLst>
              </p:cNvPr>
              <p:cNvSpPr/>
              <p:nvPr/>
            </p:nvSpPr>
            <p:spPr>
              <a:xfrm>
                <a:off x="5773915" y="1932640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61" name="矩形 560">
                <a:extLst>
                  <a:ext uri="{FF2B5EF4-FFF2-40B4-BE49-F238E27FC236}">
                    <a16:creationId xmlns:a16="http://schemas.microsoft.com/office/drawing/2014/main" id="{80A75E79-EC82-4C05-8F58-C16ED3E903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915" y="1932640"/>
                <a:ext cx="887744" cy="66620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2" name="矩形 561">
                <a:extLst>
                  <a:ext uri="{FF2B5EF4-FFF2-40B4-BE49-F238E27FC236}">
                    <a16:creationId xmlns:a16="http://schemas.microsoft.com/office/drawing/2014/main" id="{F4E26A8A-944C-47BA-B5B0-732AD3E235E9}"/>
                  </a:ext>
                </a:extLst>
              </p:cNvPr>
              <p:cNvSpPr/>
              <p:nvPr/>
            </p:nvSpPr>
            <p:spPr>
              <a:xfrm>
                <a:off x="5807459" y="3705926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62" name="矩形 561">
                <a:extLst>
                  <a:ext uri="{FF2B5EF4-FFF2-40B4-BE49-F238E27FC236}">
                    <a16:creationId xmlns:a16="http://schemas.microsoft.com/office/drawing/2014/main" id="{F4E26A8A-944C-47BA-B5B0-732AD3E235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459" y="3705926"/>
                <a:ext cx="887744" cy="66620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5" name="矩形 564">
                <a:extLst>
                  <a:ext uri="{FF2B5EF4-FFF2-40B4-BE49-F238E27FC236}">
                    <a16:creationId xmlns:a16="http://schemas.microsoft.com/office/drawing/2014/main" id="{DE10B049-9A96-43A4-AB5B-8BCD6E97A7AD}"/>
                  </a:ext>
                </a:extLst>
              </p:cNvPr>
              <p:cNvSpPr/>
              <p:nvPr/>
            </p:nvSpPr>
            <p:spPr>
              <a:xfrm>
                <a:off x="2865835" y="1542590"/>
                <a:ext cx="604974" cy="6657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5" name="矩形 564">
                <a:extLst>
                  <a:ext uri="{FF2B5EF4-FFF2-40B4-BE49-F238E27FC236}">
                    <a16:creationId xmlns:a16="http://schemas.microsoft.com/office/drawing/2014/main" id="{DE10B049-9A96-43A4-AB5B-8BCD6E97A7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835" y="1542590"/>
                <a:ext cx="604974" cy="66576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6" name="矩形 565">
                <a:extLst>
                  <a:ext uri="{FF2B5EF4-FFF2-40B4-BE49-F238E27FC236}">
                    <a16:creationId xmlns:a16="http://schemas.microsoft.com/office/drawing/2014/main" id="{BF71A98C-C69A-4290-9EBF-9D9E6CAB1C66}"/>
                  </a:ext>
                </a:extLst>
              </p:cNvPr>
              <p:cNvSpPr/>
              <p:nvPr/>
            </p:nvSpPr>
            <p:spPr>
              <a:xfrm>
                <a:off x="3432792" y="1495585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66" name="矩形 565">
                <a:extLst>
                  <a:ext uri="{FF2B5EF4-FFF2-40B4-BE49-F238E27FC236}">
                    <a16:creationId xmlns:a16="http://schemas.microsoft.com/office/drawing/2014/main" id="{BF71A98C-C69A-4290-9EBF-9D9E6CAB1C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792" y="1495585"/>
                <a:ext cx="887744" cy="66620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矩形 566">
                <a:extLst>
                  <a:ext uri="{FF2B5EF4-FFF2-40B4-BE49-F238E27FC236}">
                    <a16:creationId xmlns:a16="http://schemas.microsoft.com/office/drawing/2014/main" id="{7006E2C7-1CD1-4208-8105-F9EA5D8E4096}"/>
                  </a:ext>
                </a:extLst>
              </p:cNvPr>
              <p:cNvSpPr/>
              <p:nvPr/>
            </p:nvSpPr>
            <p:spPr>
              <a:xfrm>
                <a:off x="2894420" y="4246850"/>
                <a:ext cx="604974" cy="6660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7" name="矩形 566">
                <a:extLst>
                  <a:ext uri="{FF2B5EF4-FFF2-40B4-BE49-F238E27FC236}">
                    <a16:creationId xmlns:a16="http://schemas.microsoft.com/office/drawing/2014/main" id="{7006E2C7-1CD1-4208-8105-F9EA5D8E40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420" y="4246850"/>
                <a:ext cx="604974" cy="66608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8" name="矩形 567">
                <a:extLst>
                  <a:ext uri="{FF2B5EF4-FFF2-40B4-BE49-F238E27FC236}">
                    <a16:creationId xmlns:a16="http://schemas.microsoft.com/office/drawing/2014/main" id="{A3447038-6E54-4CA1-9014-E0B8A33D4342}"/>
                  </a:ext>
                </a:extLst>
              </p:cNvPr>
              <p:cNvSpPr/>
              <p:nvPr/>
            </p:nvSpPr>
            <p:spPr>
              <a:xfrm>
                <a:off x="3449567" y="4272085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68" name="矩形 567">
                <a:extLst>
                  <a:ext uri="{FF2B5EF4-FFF2-40B4-BE49-F238E27FC236}">
                    <a16:creationId xmlns:a16="http://schemas.microsoft.com/office/drawing/2014/main" id="{A3447038-6E54-4CA1-9014-E0B8A33D43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567" y="4272085"/>
                <a:ext cx="887744" cy="66620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9" name="文字方塊 568">
                <a:extLst>
                  <a:ext uri="{FF2B5EF4-FFF2-40B4-BE49-F238E27FC236}">
                    <a16:creationId xmlns:a16="http://schemas.microsoft.com/office/drawing/2014/main" id="{CBDD3704-2A8B-40ED-8273-6D0DF9691E30}"/>
                  </a:ext>
                </a:extLst>
              </p:cNvPr>
              <p:cNvSpPr txBox="1"/>
              <p:nvPr/>
            </p:nvSpPr>
            <p:spPr>
              <a:xfrm>
                <a:off x="7013191" y="2944560"/>
                <a:ext cx="4603697" cy="104849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2400" dirty="0"/>
                  <a:t>只要算出最後的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zh-TW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與</m:t>
                    </m:r>
                    <m:f>
                      <m:fPr>
                        <m:ctrlPr>
                          <a:rPr lang="zh-TW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sz="2400" dirty="0"/>
                  <a:t> ，</a:t>
                </a:r>
                <a:endParaRPr lang="en-US" altLang="zh-TW" sz="2400" dirty="0"/>
              </a:p>
              <a:p>
                <a:pPr algn="ctr"/>
                <a:r>
                  <a:rPr lang="zh-TW" altLang="en-US" sz="2400" dirty="0"/>
                  <a:t>其他就都很快算出來了</a:t>
                </a:r>
              </a:p>
            </p:txBody>
          </p:sp>
        </mc:Choice>
        <mc:Fallback xmlns="">
          <p:sp>
            <p:nvSpPr>
              <p:cNvPr id="569" name="文字方塊 568">
                <a:extLst>
                  <a:ext uri="{FF2B5EF4-FFF2-40B4-BE49-F238E27FC236}">
                    <a16:creationId xmlns:a16="http://schemas.microsoft.com/office/drawing/2014/main" id="{CBDD3704-2A8B-40ED-8273-6D0DF9691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191" y="2944560"/>
                <a:ext cx="4603697" cy="1048492"/>
              </a:xfrm>
              <a:prstGeom prst="rect">
                <a:avLst/>
              </a:prstGeom>
              <a:blipFill>
                <a:blip r:embed="rId24"/>
                <a:stretch>
                  <a:fillRect l="-1319" r="-1319" b="-114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1029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TW" altLang="en-US" sz="4400" dirty="0"/>
                  <a:t>範例</a:t>
                </a:r>
                <a:r>
                  <a:rPr lang="en-US" altLang="zh-TW" sz="4400" dirty="0"/>
                  <a:t>(</a:t>
                </a:r>
                <a:r>
                  <a:rPr lang="zh-TW" altLang="en-US" sz="4400" dirty="0"/>
                  <a:t>求算</a:t>
                </a:r>
                <a14:m>
                  <m:oMath xmlns:m="http://schemas.openxmlformats.org/officeDocument/2006/math">
                    <m:r>
                      <a:rPr lang="en-US" altLang="zh-TW" sz="4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zh-TW" altLang="en-US" sz="4400" i="1" dirty="0">
                        <a:latin typeface="Cambria Math" panose="02040503050406030204" pitchFamily="18" charset="0"/>
                      </a:rPr>
                      <m:t>對</m:t>
                    </m:r>
                  </m:oMath>
                </a14:m>
                <a:r>
                  <a:rPr lang="zh-TW" altLang="en-US" sz="4400" dirty="0">
                    <a:solidFill>
                      <a:srgbClr val="FF0000"/>
                    </a:solidFill>
                  </a:rPr>
                  <a:t>最後輸出</a:t>
                </a:r>
                <a:r>
                  <a:rPr lang="zh-TW" altLang="en-US" sz="4400" dirty="0"/>
                  <a:t>的微分的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4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440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4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4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4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4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sz="4400" dirty="0"/>
                  <a:t>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4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440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4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4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4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4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4400" dirty="0"/>
                  <a:t>)</a:t>
                </a:r>
              </a:p>
            </p:txBody>
          </p:sp>
        </mc:Choice>
        <mc:Fallback xmlns="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"/>
                <a:stretch>
                  <a:fillRect t="-20000" b="-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A5C2B8D-EE9B-4BC1-B35F-51ECBD5817A1}"/>
                  </a:ext>
                </a:extLst>
              </p:cNvPr>
              <p:cNvSpPr/>
              <p:nvPr/>
            </p:nvSpPr>
            <p:spPr>
              <a:xfrm>
                <a:off x="6536290" y="4452389"/>
                <a:ext cx="5091377" cy="12688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i="1" dirty="0">
                    <a:latin typeface="Cambria Math" panose="02040503050406030204" pitchFamily="18" charset="0"/>
                  </a:rPr>
                  <a:t> </a:t>
                </a: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            =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=0.82</m:t>
                    </m:r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altLang="zh-TW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0.18</m:t>
                    </m:r>
                  </m:oMath>
                </a14:m>
                <a:r>
                  <a:rPr lang="en-US" altLang="zh-TW" i="1" dirty="0">
                    <a:highlight>
                      <a:srgbClr val="FFFF00"/>
                    </a:highlight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A5C2B8D-EE9B-4BC1-B35F-51ECBD5817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290" y="4452389"/>
                <a:ext cx="5091377" cy="1268809"/>
              </a:xfrm>
              <a:prstGeom prst="rect">
                <a:avLst/>
              </a:prstGeom>
              <a:blipFill>
                <a:blip r:embed="rId3"/>
                <a:stretch>
                  <a:fillRect b="-19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2E0ECB8-57B7-48FB-BE54-233BF51243E7}"/>
                  </a:ext>
                </a:extLst>
              </p:cNvPr>
              <p:cNvSpPr/>
              <p:nvPr/>
            </p:nvSpPr>
            <p:spPr>
              <a:xfrm>
                <a:off x="1085658" y="4452389"/>
                <a:ext cx="5376248" cy="12700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altLang="zh-TW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TW" i="1" dirty="0"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            =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=0.80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0=</m:t>
                    </m:r>
                    <m:r>
                      <a:rPr lang="en-US" altLang="zh-TW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0.80</m:t>
                    </m:r>
                    <m:r>
                      <m:rPr>
                        <m:nor/>
                      </m:rP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2E0ECB8-57B7-48FB-BE54-233BF51243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658" y="4452389"/>
                <a:ext cx="5376248" cy="1270091"/>
              </a:xfrm>
              <a:prstGeom prst="rect">
                <a:avLst/>
              </a:prstGeom>
              <a:blipFill>
                <a:blip r:embed="rId4"/>
                <a:stretch>
                  <a:fillRect b="-19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6B08A5AA-5DEB-4B5F-8356-C1EDD1EBF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906" y="1136802"/>
            <a:ext cx="3644098" cy="304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BBB43E3-E3D6-4390-9495-CF378FF104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5551" y="1136802"/>
            <a:ext cx="3852431" cy="3070662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B81AEA3-1168-4BBE-BE07-2C9E271A956F}"/>
                  </a:ext>
                </a:extLst>
              </p:cNvPr>
              <p:cNvSpPr/>
              <p:nvPr/>
            </p:nvSpPr>
            <p:spPr>
              <a:xfrm>
                <a:off x="10410144" y="1585012"/>
                <a:ext cx="770211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= 0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B81AEA3-1168-4BBE-BE07-2C9E271A95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0144" y="1585012"/>
                <a:ext cx="770211" cy="369332"/>
              </a:xfrm>
              <a:prstGeom prst="rect">
                <a:avLst/>
              </a:prstGeom>
              <a:blipFill>
                <a:blip r:embed="rId7"/>
                <a:stretch>
                  <a:fillRect t="-6349" r="-546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8D001F3-B31E-4FFC-9BC0-83C26CE0BECC}"/>
                  </a:ext>
                </a:extLst>
              </p:cNvPr>
              <p:cNvSpPr/>
              <p:nvPr/>
            </p:nvSpPr>
            <p:spPr>
              <a:xfrm>
                <a:off x="10395268" y="3281651"/>
                <a:ext cx="775533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= 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8D001F3-B31E-4FFC-9BC0-83C26CE0BE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5268" y="3281651"/>
                <a:ext cx="775533" cy="369332"/>
              </a:xfrm>
              <a:prstGeom prst="rect">
                <a:avLst/>
              </a:prstGeom>
              <a:blipFill>
                <a:blip r:embed="rId8"/>
                <a:stretch>
                  <a:fillRect t="-6349" r="-5426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C7C68A9A-F3B2-4B80-9CB2-1FF05ADA43E0}"/>
              </a:ext>
            </a:extLst>
          </p:cNvPr>
          <p:cNvSpPr/>
          <p:nvPr/>
        </p:nvSpPr>
        <p:spPr>
          <a:xfrm>
            <a:off x="2225552" y="1136802"/>
            <a:ext cx="3278956" cy="307066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3405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TW" altLang="en-US" sz="4400" dirty="0"/>
                  <a:t>範例</a:t>
                </a:r>
                <a:r>
                  <a:rPr lang="en-US" altLang="zh-TW" sz="4400" dirty="0"/>
                  <a:t>(</a:t>
                </a:r>
                <a:r>
                  <a:rPr lang="zh-TW" altLang="en-US" sz="4400" dirty="0"/>
                  <a:t>求算</a:t>
                </a:r>
                <a:r>
                  <a:rPr lang="zh-TW" altLang="en-US" sz="4400" dirty="0">
                    <a:solidFill>
                      <a:srgbClr val="FF0000"/>
                    </a:solidFill>
                  </a:rPr>
                  <a:t>激活函數</a:t>
                </a:r>
                <a:r>
                  <a:rPr lang="zh-TW" altLang="en-US" sz="4400" dirty="0"/>
                  <a:t>微分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4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zh-TW" altLang="en-US" sz="4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4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sz="4400" dirty="0"/>
                  <a:t>、</a:t>
                </a:r>
                <a:r>
                  <a:rPr lang="zh-TW" altLang="en-US" sz="4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4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>
                          <a:rPr lang="zh-TW" altLang="en-US" sz="4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4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sz="4400" dirty="0"/>
                  <a:t>、</a:t>
                </a:r>
                <a:r>
                  <a:rPr lang="zh-TW" altLang="en-US" sz="4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4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4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4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sz="4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4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sz="4400" dirty="0"/>
                  <a:t>、</a:t>
                </a:r>
                <a:r>
                  <a:rPr lang="zh-TW" altLang="en-US" sz="4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4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4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4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44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sz="4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4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4400" dirty="0"/>
                  <a:t>)</a:t>
                </a:r>
              </a:p>
            </p:txBody>
          </p:sp>
        </mc:Choice>
        <mc:Fallback xmlns="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"/>
                <a:stretch>
                  <a:fillRect t="-1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A5C2B8D-EE9B-4BC1-B35F-51ECBD5817A1}"/>
                  </a:ext>
                </a:extLst>
              </p:cNvPr>
              <p:cNvSpPr/>
              <p:nvPr/>
            </p:nvSpPr>
            <p:spPr>
              <a:xfrm>
                <a:off x="6633223" y="5502454"/>
                <a:ext cx="4459947" cy="702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/>
                      <m:t>0.82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nor/>
                      </m:rPr>
                      <a:rPr lang="en-US" altLang="zh-TW" dirty="0"/>
                      <m:t>(1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TW" dirty="0"/>
                      <m:t>0.82) = </m:t>
                    </m:r>
                    <m:r>
                      <m:rPr>
                        <m:nor/>
                      </m:rPr>
                      <a:rPr lang="en-US" altLang="zh-TW" dirty="0">
                        <a:highlight>
                          <a:srgbClr val="FFFF00"/>
                        </a:highlight>
                      </a:rPr>
                      <m:t>0.1476</m:t>
                    </m:r>
                  </m:oMath>
                </a14:m>
                <a:r>
                  <a:rPr lang="en-US" altLang="zh-TW" dirty="0"/>
                  <a:t> 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A5C2B8D-EE9B-4BC1-B35F-51ECBD5817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223" y="5502454"/>
                <a:ext cx="4459947" cy="7025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2E0ECB8-57B7-48FB-BE54-233BF51243E7}"/>
                  </a:ext>
                </a:extLst>
              </p:cNvPr>
              <p:cNvSpPr/>
              <p:nvPr/>
            </p:nvSpPr>
            <p:spPr>
              <a:xfrm>
                <a:off x="6633223" y="4330838"/>
                <a:ext cx="3301463" cy="7007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/>
                      <m:t>0.8</m:t>
                    </m:r>
                    <m:r>
                      <m:rPr>
                        <m:nor/>
                      </m:rPr>
                      <a:rPr lang="en-US" altLang="zh-TW" b="0" i="0" dirty="0" smtClean="0"/>
                      <m:t>0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nor/>
                      </m:rPr>
                      <a:rPr lang="en-US" altLang="zh-TW" dirty="0"/>
                      <m:t>(1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TW" dirty="0"/>
                      <m:t>0.8</m:t>
                    </m:r>
                    <m:r>
                      <m:rPr>
                        <m:nor/>
                      </m:rPr>
                      <a:rPr lang="en-US" altLang="zh-TW" b="0" i="0" dirty="0" smtClean="0"/>
                      <m:t>0</m:t>
                    </m:r>
                    <m:r>
                      <m:rPr>
                        <m:nor/>
                      </m:rPr>
                      <a:rPr lang="en-US" altLang="zh-TW" dirty="0"/>
                      <m:t>) = </m:t>
                    </m:r>
                    <m:r>
                      <m:rPr>
                        <m:nor/>
                      </m:rPr>
                      <a:rPr lang="en-US" altLang="zh-TW" dirty="0">
                        <a:highlight>
                          <a:srgbClr val="FFFF00"/>
                        </a:highlight>
                      </a:rPr>
                      <m:t>0.1</m:t>
                    </m:r>
                    <m:r>
                      <m:rPr>
                        <m:nor/>
                      </m:rPr>
                      <a:rPr lang="en-US" altLang="zh-TW" b="0" i="0" dirty="0" smtClean="0">
                        <a:highlight>
                          <a:srgbClr val="FFFF00"/>
                        </a:highlight>
                      </a:rPr>
                      <m:t>6</m:t>
                    </m:r>
                  </m:oMath>
                </a14:m>
                <a:r>
                  <a:rPr lang="en-US" altLang="zh-TW" dirty="0"/>
                  <a:t> 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2E0ECB8-57B7-48FB-BE54-233BF51243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223" y="4330838"/>
                <a:ext cx="3301463" cy="7007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6B08A5AA-5DEB-4B5F-8356-C1EDD1EBF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906" y="1136802"/>
            <a:ext cx="3644098" cy="3040082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8B27EAD3-A6B6-4DDE-9056-14D3CCB8B12D}"/>
                  </a:ext>
                </a:extLst>
              </p:cNvPr>
              <p:cNvSpPr/>
              <p:nvPr/>
            </p:nvSpPr>
            <p:spPr>
              <a:xfrm>
                <a:off x="1581719" y="5524488"/>
                <a:ext cx="3301463" cy="6992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/>
                      <m:t>0.</m:t>
                    </m:r>
                    <m:r>
                      <m:rPr>
                        <m:nor/>
                      </m:rPr>
                      <a:rPr lang="en-US" altLang="zh-TW" b="0" i="0" dirty="0" smtClean="0"/>
                      <m:t>62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nor/>
                      </m:rPr>
                      <a:rPr lang="en-US" altLang="zh-TW" dirty="0"/>
                      <m:t>(1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TW" dirty="0"/>
                      <m:t>0.</m:t>
                    </m:r>
                    <m:r>
                      <m:rPr>
                        <m:nor/>
                      </m:rPr>
                      <a:rPr lang="en-US" altLang="zh-TW" b="0" i="0" dirty="0" smtClean="0"/>
                      <m:t>62</m:t>
                    </m:r>
                    <m:r>
                      <m:rPr>
                        <m:nor/>
                      </m:rPr>
                      <a:rPr lang="en-US" altLang="zh-TW" dirty="0"/>
                      <m:t>) =</m:t>
                    </m:r>
                    <m:r>
                      <m:rPr>
                        <m:nor/>
                      </m:rPr>
                      <a:rPr lang="en-US" altLang="zh-TW">
                        <a:highlight>
                          <a:srgbClr val="FFFF00"/>
                        </a:highlight>
                      </a:rPr>
                      <m:t>0.2356</m:t>
                    </m:r>
                  </m:oMath>
                </a14:m>
                <a:r>
                  <a:rPr lang="en-US" altLang="zh-TW" dirty="0"/>
                  <a:t> </a:t>
                </a:r>
              </a:p>
            </p:txBody>
          </p:sp>
        </mc:Choice>
        <mc:Fallback xmlns="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8B27EAD3-A6B6-4DDE-9056-14D3CCB8B1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719" y="5524488"/>
                <a:ext cx="3301463" cy="6992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4C0BA68D-542E-4046-BD68-9DF046B98BB5}"/>
                  </a:ext>
                </a:extLst>
              </p:cNvPr>
              <p:cNvSpPr/>
              <p:nvPr/>
            </p:nvSpPr>
            <p:spPr>
              <a:xfrm>
                <a:off x="1581719" y="4124402"/>
                <a:ext cx="6250672" cy="13203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den>
                        </m:f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altLang="zh-TW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e>
                                </m:d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altLang="zh-TW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/>
                      <m:t>0.</m:t>
                    </m:r>
                    <m:r>
                      <m:rPr>
                        <m:nor/>
                      </m:rPr>
                      <a:rPr lang="en-US" altLang="zh-TW" b="0" i="0" dirty="0" smtClean="0"/>
                      <m:t>61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nor/>
                      </m:rPr>
                      <a:rPr lang="en-US" altLang="zh-TW" dirty="0"/>
                      <m:t>(1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TW" dirty="0"/>
                      <m:t>0.</m:t>
                    </m:r>
                    <m:r>
                      <m:rPr>
                        <m:nor/>
                      </m:rPr>
                      <a:rPr lang="en-US" altLang="zh-TW" b="0" i="0" dirty="0" smtClean="0"/>
                      <m:t>61</m:t>
                    </m:r>
                    <m:r>
                      <m:rPr>
                        <m:nor/>
                      </m:rPr>
                      <a:rPr lang="en-US" altLang="zh-TW" dirty="0"/>
                      <m:t>) =</m:t>
                    </m:r>
                    <m:r>
                      <m:rPr>
                        <m:nor/>
                      </m:rPr>
                      <a:rPr lang="en-US" altLang="zh-TW">
                        <a:highlight>
                          <a:srgbClr val="FFFF00"/>
                        </a:highlight>
                      </a:rPr>
                      <m:t>0.2379</m:t>
                    </m:r>
                  </m:oMath>
                </a14:m>
                <a:r>
                  <a:rPr lang="en-US" altLang="zh-TW" dirty="0"/>
                  <a:t> </a:t>
                </a:r>
              </a:p>
            </p:txBody>
          </p:sp>
        </mc:Choice>
        <mc:Fallback xmlns=""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4C0BA68D-542E-4046-BD68-9DF046B98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719" y="4124402"/>
                <a:ext cx="6250672" cy="1320361"/>
              </a:xfrm>
              <a:prstGeom prst="rect">
                <a:avLst/>
              </a:prstGeom>
              <a:blipFill>
                <a:blip r:embed="rId7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6" name="圖片 185">
            <a:extLst>
              <a:ext uri="{FF2B5EF4-FFF2-40B4-BE49-F238E27FC236}">
                <a16:creationId xmlns:a16="http://schemas.microsoft.com/office/drawing/2014/main" id="{16AC74AC-7EF4-4246-827F-1CE68E194D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3916" y="1136802"/>
            <a:ext cx="3814066" cy="30400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7" name="矩形 186">
            <a:extLst>
              <a:ext uri="{FF2B5EF4-FFF2-40B4-BE49-F238E27FC236}">
                <a16:creationId xmlns:a16="http://schemas.microsoft.com/office/drawing/2014/main" id="{EF53C535-72EF-4F78-BC16-2521BFD307F5}"/>
              </a:ext>
            </a:extLst>
          </p:cNvPr>
          <p:cNvSpPr/>
          <p:nvPr/>
        </p:nvSpPr>
        <p:spPr>
          <a:xfrm>
            <a:off x="2263916" y="1136802"/>
            <a:ext cx="1239776" cy="304008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770324F9-7082-444D-92F8-8B9943CEF18D}"/>
              </a:ext>
            </a:extLst>
          </p:cNvPr>
          <p:cNvSpPr/>
          <p:nvPr/>
        </p:nvSpPr>
        <p:spPr>
          <a:xfrm>
            <a:off x="3982745" y="1147649"/>
            <a:ext cx="1031882" cy="296262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D6824036-2276-4E18-B433-27EA16B09FA1}"/>
              </a:ext>
            </a:extLst>
          </p:cNvPr>
          <p:cNvSpPr/>
          <p:nvPr/>
        </p:nvSpPr>
        <p:spPr>
          <a:xfrm>
            <a:off x="5493680" y="1136802"/>
            <a:ext cx="584302" cy="296262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5603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30ECC3DD-03CB-404A-A98B-AB62B118C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916" y="1095375"/>
            <a:ext cx="3866040" cy="308150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TW" altLang="en-US" sz="4400" dirty="0"/>
                  <a:t>範例</a:t>
                </a:r>
                <a:r>
                  <a:rPr lang="en-US" altLang="zh-TW" sz="4400" dirty="0"/>
                  <a:t>(</a:t>
                </a:r>
                <a:r>
                  <a:rPr lang="zh-TW" altLang="en-US" sz="4400" dirty="0"/>
                  <a:t>求算</a:t>
                </a:r>
                <a14:m>
                  <m:oMath xmlns:m="http://schemas.openxmlformats.org/officeDocument/2006/math">
                    <m:r>
                      <a:rPr lang="en-US" altLang="zh-TW" sz="44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zh-TW" altLang="en-US" sz="4400" i="1" dirty="0">
                        <a:latin typeface="Cambria Math" panose="02040503050406030204" pitchFamily="18" charset="0"/>
                      </a:rPr>
                      <m:t>對</m:t>
                    </m:r>
                    <m:r>
                      <a:rPr lang="zh-TW" altLang="en-US" sz="4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中間</m:t>
                    </m:r>
                  </m:oMath>
                </a14:m>
                <a:r>
                  <a:rPr lang="zh-TW" altLang="en-US" sz="4400" dirty="0">
                    <a:solidFill>
                      <a:srgbClr val="FF0000"/>
                    </a:solidFill>
                  </a:rPr>
                  <a:t>輸出</a:t>
                </a:r>
                <a:r>
                  <a:rPr lang="zh-TW" altLang="en-US" sz="4400" dirty="0"/>
                  <a:t>的微分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4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4400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4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sz="4400" dirty="0"/>
                  <a:t>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4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4400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4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4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4400" dirty="0"/>
                  <a:t>)</a:t>
                </a:r>
              </a:p>
            </p:txBody>
          </p:sp>
        </mc:Choice>
        <mc:Fallback xmlns="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3"/>
                <a:stretch>
                  <a:fillRect t="-191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A5C2B8D-EE9B-4BC1-B35F-51ECBD5817A1}"/>
                  </a:ext>
                </a:extLst>
              </p:cNvPr>
              <p:cNvSpPr/>
              <p:nvPr/>
            </p:nvSpPr>
            <p:spPr>
              <a:xfrm>
                <a:off x="6645243" y="4451404"/>
                <a:ext cx="4748742" cy="153894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           =</m:t>
                    </m:r>
                  </m:oMath>
                </a14:m>
                <a:r>
                  <a:rPr lang="en-US" altLang="zh-TW" dirty="0"/>
                  <a:t>0.54*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FF0000"/>
                        </a:solidFill>
                      </a:rPr>
                      <m:t>0.16</m:t>
                    </m:r>
                    <m:r>
                      <m:rPr>
                        <m:nor/>
                      </m:rPr>
                      <a:rPr lang="en-US" altLang="zh-TW" b="0" i="0" dirty="0" smtClean="0">
                        <a:solidFill>
                          <a:schemeClr val="tx1"/>
                        </a:solidFill>
                      </a:rPr>
                      <m:t>∗</m:t>
                    </m:r>
                    <m:r>
                      <m:rPr>
                        <m:nor/>
                      </m:rPr>
                      <a:rPr lang="en-US" altLang="zh-TW" b="0" i="0" dirty="0" smtClean="0">
                        <a:solidFill>
                          <a:srgbClr val="0000FF"/>
                        </a:solidFill>
                      </a:rPr>
                      <m:t>0.8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+0.52*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0.1476</a:t>
                </a:r>
                <a:r>
                  <a:rPr lang="en-US" altLang="zh-TW" dirty="0"/>
                  <a:t>*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−0.18</m:t>
                        </m:r>
                      </m:e>
                    </m:d>
                  </m:oMath>
                </a14:m>
                <a:endParaRPr lang="en-US" altLang="zh-TW" b="0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b="0" dirty="0">
                    <a:solidFill>
                      <a:srgbClr val="0000FF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>
                        <a:highlight>
                          <a:srgbClr val="FFFF00"/>
                        </a:highlight>
                      </a:rPr>
                      <m:t>0.0553</m:t>
                    </m:r>
                  </m:oMath>
                </a14:m>
                <a:endParaRPr lang="en-US" altLang="zh-TW" dirty="0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A5C2B8D-EE9B-4BC1-B35F-51ECBD5817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243" y="4451404"/>
                <a:ext cx="4748742" cy="15389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6B08A5AA-5DEB-4B5F-8356-C1EDD1EBF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906" y="1136802"/>
            <a:ext cx="3644098" cy="3040082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8B27EAD3-A6B6-4DDE-9056-14D3CCB8B12D}"/>
                  </a:ext>
                </a:extLst>
              </p:cNvPr>
              <p:cNvSpPr/>
              <p:nvPr/>
            </p:nvSpPr>
            <p:spPr>
              <a:xfrm>
                <a:off x="1454640" y="4466595"/>
                <a:ext cx="4928053" cy="1539268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/>
                  <a:t>0.67*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</a:rPr>
                      <m:t>0.16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0000FF"/>
                        </a:solidFill>
                      </a:rPr>
                      <m:t>0.8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+0.84*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0.1476</a:t>
                </a:r>
                <a:r>
                  <a:rPr lang="en-US" altLang="zh-TW" dirty="0"/>
                  <a:t>*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0.18</m:t>
                        </m:r>
                      </m:e>
                    </m:d>
                  </m:oMath>
                </a14:m>
                <a:endParaRPr lang="en-US" altLang="zh-TW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solidFill>
                      <a:srgbClr val="0000FF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>
                        <a:highlight>
                          <a:srgbClr val="FFFF00"/>
                        </a:highlight>
                      </a:rPr>
                      <m:t>0.0634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8B27EAD3-A6B6-4DDE-9056-14D3CCB8B1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640" y="4466595"/>
                <a:ext cx="4928053" cy="15392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30AA2DA7-8AAD-4801-BC3E-A15842258FD5}"/>
              </a:ext>
            </a:extLst>
          </p:cNvPr>
          <p:cNvSpPr/>
          <p:nvPr/>
        </p:nvSpPr>
        <p:spPr>
          <a:xfrm>
            <a:off x="2263915" y="1136802"/>
            <a:ext cx="1746770" cy="304008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AC2D8F59-7577-4CC7-8356-2581CCB58B24}"/>
              </a:ext>
            </a:extLst>
          </p:cNvPr>
          <p:cNvSpPr/>
          <p:nvPr/>
        </p:nvSpPr>
        <p:spPr>
          <a:xfrm>
            <a:off x="4982637" y="3005770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0.1476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CE440C01-5F0A-4BFF-93DC-C14554FAE666}"/>
              </a:ext>
            </a:extLst>
          </p:cNvPr>
          <p:cNvSpPr/>
          <p:nvPr/>
        </p:nvSpPr>
        <p:spPr>
          <a:xfrm>
            <a:off x="5134000" y="1774491"/>
            <a:ext cx="4988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0.16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FC3EBA58-5D9C-4D96-8C67-2CFEC4664B1E}"/>
              </a:ext>
            </a:extLst>
          </p:cNvPr>
          <p:cNvSpPr/>
          <p:nvPr/>
        </p:nvSpPr>
        <p:spPr>
          <a:xfrm>
            <a:off x="5561490" y="2955861"/>
            <a:ext cx="6030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0000FF"/>
                </a:solidFill>
              </a:rPr>
              <a:t>-0.18 </a:t>
            </a:r>
            <a:endParaRPr lang="zh-TW" altLang="en-US" sz="1400" dirty="0">
              <a:solidFill>
                <a:srgbClr val="0000FF"/>
              </a:solidFill>
            </a:endParaRPr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BC373199-4B97-4279-B361-0DAA171BBC39}"/>
              </a:ext>
            </a:extLst>
          </p:cNvPr>
          <p:cNvSpPr/>
          <p:nvPr/>
        </p:nvSpPr>
        <p:spPr>
          <a:xfrm>
            <a:off x="5642782" y="1797587"/>
            <a:ext cx="4539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0000FF"/>
                </a:solidFill>
              </a:rPr>
              <a:t>0.8 </a:t>
            </a:r>
            <a:endParaRPr lang="zh-TW" alt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330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B62E6BA0-61E2-441F-8617-BB0C6D6F5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128" y="1268347"/>
            <a:ext cx="6208424" cy="4955048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CC08823-013C-4ADB-A07F-92C1A0C86D94}"/>
              </a:ext>
            </a:extLst>
          </p:cNvPr>
          <p:cNvSpPr/>
          <p:nvPr/>
        </p:nvSpPr>
        <p:spPr>
          <a:xfrm>
            <a:off x="6491335" y="1395095"/>
            <a:ext cx="988825" cy="463451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DFAD7B-D980-4B5F-AE37-B22D2F0BD92B}"/>
              </a:ext>
            </a:extLst>
          </p:cNvPr>
          <p:cNvSpPr/>
          <p:nvPr/>
        </p:nvSpPr>
        <p:spPr>
          <a:xfrm>
            <a:off x="3048195" y="1268346"/>
            <a:ext cx="1808684" cy="495504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5FBF38-3B74-4E8D-9598-794D46F6FEC6}"/>
              </a:ext>
            </a:extLst>
          </p:cNvPr>
          <p:cNvSpPr/>
          <p:nvPr/>
        </p:nvSpPr>
        <p:spPr>
          <a:xfrm>
            <a:off x="4896173" y="2586521"/>
            <a:ext cx="3469952" cy="100898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966EA4-37E0-418B-8452-C333C19F4BA3}"/>
              </a:ext>
            </a:extLst>
          </p:cNvPr>
          <p:cNvSpPr/>
          <p:nvPr/>
        </p:nvSpPr>
        <p:spPr>
          <a:xfrm>
            <a:off x="4870079" y="5154539"/>
            <a:ext cx="3469952" cy="100898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63EDA0-A421-42E6-9A97-3B7A24C1645F}"/>
              </a:ext>
            </a:extLst>
          </p:cNvPr>
          <p:cNvSpPr/>
          <p:nvPr/>
        </p:nvSpPr>
        <p:spPr>
          <a:xfrm>
            <a:off x="8462565" y="4514763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00FF"/>
                </a:solidFill>
              </a:rPr>
              <a:t>-0.18 </a:t>
            </a:r>
            <a:endParaRPr lang="zh-TW" altLang="en-US" sz="2000" dirty="0">
              <a:solidFill>
                <a:srgbClr val="0000F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CA08AF-1C98-460E-B0E5-203F64DC3551}"/>
              </a:ext>
            </a:extLst>
          </p:cNvPr>
          <p:cNvSpPr/>
          <p:nvPr/>
        </p:nvSpPr>
        <p:spPr>
          <a:xfrm>
            <a:off x="8545722" y="2503563"/>
            <a:ext cx="5693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00FF"/>
                </a:solidFill>
              </a:rPr>
              <a:t>0.8 </a:t>
            </a:r>
            <a:endParaRPr lang="zh-TW" altLang="en-US" sz="2000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834D8D-2370-4C59-AF33-CE95D5109CB8}"/>
              </a:ext>
            </a:extLst>
          </p:cNvPr>
          <p:cNvSpPr/>
          <p:nvPr/>
        </p:nvSpPr>
        <p:spPr>
          <a:xfrm>
            <a:off x="7526369" y="4513569"/>
            <a:ext cx="8899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0.1476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438BE5-AC47-47E1-B049-CEDE70A0A85A}"/>
              </a:ext>
            </a:extLst>
          </p:cNvPr>
          <p:cNvSpPr/>
          <p:nvPr/>
        </p:nvSpPr>
        <p:spPr>
          <a:xfrm>
            <a:off x="7572683" y="2524279"/>
            <a:ext cx="633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0.16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04F317-E4DF-401E-98B4-3CACB8606EED}"/>
              </a:ext>
            </a:extLst>
          </p:cNvPr>
          <p:cNvSpPr/>
          <p:nvPr/>
        </p:nvSpPr>
        <p:spPr>
          <a:xfrm>
            <a:off x="4972290" y="5094667"/>
            <a:ext cx="12410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 0.2356 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F28333-94DE-488D-809C-DB1DBDBF6EE3}"/>
              </a:ext>
            </a:extLst>
          </p:cNvPr>
          <p:cNvSpPr/>
          <p:nvPr/>
        </p:nvSpPr>
        <p:spPr>
          <a:xfrm>
            <a:off x="5986819" y="5034795"/>
            <a:ext cx="11057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00B050"/>
                </a:solidFill>
              </a:rPr>
              <a:t>0.0634</a:t>
            </a:r>
            <a:endParaRPr lang="zh-TW" altLang="en-US" sz="2000" dirty="0">
              <a:solidFill>
                <a:srgbClr val="00B05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89BA7D-CBAF-403A-87BD-F0CBB18EC523}"/>
              </a:ext>
            </a:extLst>
          </p:cNvPr>
          <p:cNvSpPr/>
          <p:nvPr/>
        </p:nvSpPr>
        <p:spPr>
          <a:xfrm>
            <a:off x="4924545" y="2090824"/>
            <a:ext cx="8899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0.2379</a:t>
            </a:r>
            <a:endParaRPr lang="zh-TW" altLang="en-US" sz="2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7F2E9B-1024-4158-A2E0-3E93ECC014C6}"/>
              </a:ext>
            </a:extLst>
          </p:cNvPr>
          <p:cNvSpPr/>
          <p:nvPr/>
        </p:nvSpPr>
        <p:spPr>
          <a:xfrm>
            <a:off x="5936637" y="2103453"/>
            <a:ext cx="8899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TW" sz="2000" dirty="0">
                <a:solidFill>
                  <a:srgbClr val="00B050"/>
                </a:solidFill>
              </a:rPr>
              <a:t>0.0553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2">
                <a:extLst>
                  <a:ext uri="{FF2B5EF4-FFF2-40B4-BE49-F238E27FC236}">
                    <a16:creationId xmlns:a16="http://schemas.microsoft.com/office/drawing/2014/main" id="{A81E8F8D-FA5F-476A-B6D3-E5F5FDBE7B50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TW" altLang="en-US" sz="4400" dirty="0"/>
                  <a:t>範例</a:t>
                </a:r>
                <a:r>
                  <a:rPr lang="en-US" altLang="zh-TW" sz="4400" dirty="0"/>
                  <a:t>(</a:t>
                </a:r>
                <a14:m>
                  <m:oMath xmlns:m="http://schemas.openxmlformats.org/officeDocument/2006/math">
                    <m:r>
                      <a:rPr lang="zh-TW" altLang="en-US" sz="4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第一階段完成</m:t>
                    </m:r>
                  </m:oMath>
                </a14:m>
                <a:r>
                  <a:rPr lang="en-US" altLang="zh-TW" sz="4400" dirty="0"/>
                  <a:t>)</a:t>
                </a:r>
              </a:p>
            </p:txBody>
          </p:sp>
        </mc:Choice>
        <mc:Fallback xmlns="">
          <p:sp>
            <p:nvSpPr>
              <p:cNvPr id="16" name="Rectangle 2">
                <a:extLst>
                  <a:ext uri="{FF2B5EF4-FFF2-40B4-BE49-F238E27FC236}">
                    <a16:creationId xmlns:a16="http://schemas.microsoft.com/office/drawing/2014/main" id="{A81E8F8D-FA5F-476A-B6D3-E5F5FDBE7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3"/>
                <a:stretch>
                  <a:fillRect t="-26667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4505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圖片 69">
            <a:extLst>
              <a:ext uri="{FF2B5EF4-FFF2-40B4-BE49-F238E27FC236}">
                <a16:creationId xmlns:a16="http://schemas.microsoft.com/office/drawing/2014/main" id="{E49D4349-05C9-4227-9D79-3E721C95D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399" y="1136802"/>
            <a:ext cx="3809068" cy="304008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95A91F7-C7AB-40BC-BA8C-4D011B83B3C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TW" altLang="en-US" sz="4400" dirty="0"/>
                  <a:t>範例</a:t>
                </a:r>
                <a:r>
                  <a:rPr lang="en-US" altLang="zh-TW" sz="4400" dirty="0"/>
                  <a:t>(</a:t>
                </a:r>
                <a14:m>
                  <m:oMath xmlns:m="http://schemas.openxmlformats.org/officeDocument/2006/math">
                    <m:r>
                      <a:rPr lang="zh-TW" altLang="en-US" sz="4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計算</m:t>
                    </m:r>
                    <m:r>
                      <a:rPr lang="en-US" altLang="zh-TW" sz="4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zh-TW" altLang="en-US" sz="4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對</m:t>
                    </m:r>
                    <m:r>
                      <a:rPr lang="zh-TW" altLang="en-US" sz="4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權重</m:t>
                    </m:r>
                    <m:r>
                      <a:rPr lang="zh-TW" altLang="en-US" sz="4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的梯度</m:t>
                    </m:r>
                    <m:f>
                      <m:fPr>
                        <m:ctrlPr>
                          <a:rPr lang="zh-TW" alt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32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2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altLang="zh-TW" sz="3200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~8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4400" dirty="0"/>
                  <a:t>)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95A91F7-C7AB-40BC-BA8C-4D011B83B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3"/>
                <a:stretch>
                  <a:fillRect t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2A3B2F5D-FCAD-403B-A507-63921DD7C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906" y="1136802"/>
            <a:ext cx="3644098" cy="3040082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789D54B-F8B6-4A42-BC14-B98DDF560AE9}"/>
                  </a:ext>
                </a:extLst>
              </p:cNvPr>
              <p:cNvSpPr/>
              <p:nvPr/>
            </p:nvSpPr>
            <p:spPr>
              <a:xfrm>
                <a:off x="1939997" y="4370024"/>
                <a:ext cx="8525809" cy="18647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zh-TW" altLang="en-US" dirty="0" smtClean="0">
                        <a:solidFill>
                          <a:schemeClr val="tx1"/>
                        </a:solidFill>
                      </a:rPr>
                      <m:t>輸入</m:t>
                    </m:r>
                    <m:r>
                      <m:rPr>
                        <m:nor/>
                      </m:rPr>
                      <a:rPr lang="zh-TW" altLang="en-US" dirty="0"/>
                      <m:t>∗</m:t>
                    </m:r>
                    <m:r>
                      <m:rPr>
                        <m:nor/>
                      </m:rPr>
                      <a:rPr lang="zh-TW" altLang="en-US" dirty="0">
                        <a:solidFill>
                          <a:srgbClr val="FF0000"/>
                        </a:solidFill>
                      </a:rPr>
                      <m:t>激活函數微分</m:t>
                    </m:r>
                    <m:r>
                      <m:rPr>
                        <m:nor/>
                      </m:rPr>
                      <a:rPr lang="zh-TW" altLang="en-US" dirty="0"/>
                      <m:t>∗</m:t>
                    </m:r>
                    <m:r>
                      <m:rPr>
                        <m:nor/>
                      </m:rPr>
                      <a:rPr lang="zh-TW" altLang="en-US" dirty="0" smtClean="0">
                        <a:solidFill>
                          <a:srgbClr val="0000FF"/>
                        </a:solidFill>
                      </a:rPr>
                      <m:t>輸出梯度</m:t>
                    </m:r>
                  </m:oMath>
                </a14:m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=</m:t>
                    </m:r>
                    <m:sSub>
                      <m:sSub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zh-TW" altLang="en-US" dirty="0">
                        <a:solidFill>
                          <a:schemeClr val="tx1"/>
                        </a:solidFill>
                      </a:rPr>
                      <m:t> 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0.62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zh-TW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0.0732</m:t>
                    </m:r>
                  </m:oMath>
                </a14:m>
                <a:endParaRPr lang="en-US" altLang="zh-TW" dirty="0">
                  <a:highlight>
                    <a:srgbClr val="FFFF00"/>
                  </a:highlight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zh-TW" altLang="en-US" dirty="0"/>
                      <m:t> 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0.62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476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0.18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−0.0164</m:t>
                    </m:r>
                  </m:oMath>
                </a14:m>
                <a:endParaRPr lang="en-US" altLang="zh-TW" i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0.6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0.16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0.8</m:t>
                        </m:r>
                      </m:e>
                    </m:d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0.0720</m:t>
                    </m:r>
                  </m:oMath>
                </a14:m>
                <a:endParaRPr lang="en-US" altLang="zh-TW" i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nor/>
                      </m:rPr>
                      <a:rPr lang="zh-TW" altLang="en-US" dirty="0"/>
                      <m:t> 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0.6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0.1476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0.18</m:t>
                        </m:r>
                      </m:e>
                    </m:d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0.0162</m:t>
                    </m:r>
                  </m:oMath>
                </a14:m>
                <a:endParaRPr lang="en-US" altLang="zh-TW" i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789D54B-F8B6-4A42-BC14-B98DDF560A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997" y="4370024"/>
                <a:ext cx="8525809" cy="18647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5D6BAE24-B1DD-4B47-8927-1B66683DBABE}"/>
              </a:ext>
            </a:extLst>
          </p:cNvPr>
          <p:cNvSpPr/>
          <p:nvPr/>
        </p:nvSpPr>
        <p:spPr>
          <a:xfrm>
            <a:off x="5561490" y="2955861"/>
            <a:ext cx="6030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0000FF"/>
                </a:solidFill>
              </a:rPr>
              <a:t>-0.18 </a:t>
            </a:r>
            <a:endParaRPr lang="zh-TW" altLang="en-US" sz="1400" dirty="0">
              <a:solidFill>
                <a:srgbClr val="0000FF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8F1053-1C22-4987-B43F-97C78342D382}"/>
              </a:ext>
            </a:extLst>
          </p:cNvPr>
          <p:cNvSpPr/>
          <p:nvPr/>
        </p:nvSpPr>
        <p:spPr>
          <a:xfrm>
            <a:off x="5642782" y="1797587"/>
            <a:ext cx="4539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0000FF"/>
                </a:solidFill>
              </a:rPr>
              <a:t>0.8 </a:t>
            </a:r>
            <a:endParaRPr lang="zh-TW" altLang="en-US" sz="1400" dirty="0">
              <a:solidFill>
                <a:srgbClr val="0000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41B12F-D2FB-4331-91F7-61D491EB36EA}"/>
              </a:ext>
            </a:extLst>
          </p:cNvPr>
          <p:cNvSpPr/>
          <p:nvPr/>
        </p:nvSpPr>
        <p:spPr>
          <a:xfrm>
            <a:off x="4982637" y="3005770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0.1476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C63BB0-CB97-4DE9-A41D-5FF2095A0C85}"/>
              </a:ext>
            </a:extLst>
          </p:cNvPr>
          <p:cNvSpPr/>
          <p:nvPr/>
        </p:nvSpPr>
        <p:spPr>
          <a:xfrm>
            <a:off x="5134000" y="1774491"/>
            <a:ext cx="4988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0.16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6C21D0-AB0D-44DD-A512-FDF97BC6F8A1}"/>
              </a:ext>
            </a:extLst>
          </p:cNvPr>
          <p:cNvSpPr/>
          <p:nvPr/>
        </p:nvSpPr>
        <p:spPr>
          <a:xfrm>
            <a:off x="3307351" y="3309031"/>
            <a:ext cx="7614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 0.2356 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CDE53F-E62A-4ECC-B9A3-C82F1F7958F2}"/>
              </a:ext>
            </a:extLst>
          </p:cNvPr>
          <p:cNvSpPr/>
          <p:nvPr/>
        </p:nvSpPr>
        <p:spPr>
          <a:xfrm>
            <a:off x="3348866" y="1572160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0.2379</a:t>
            </a:r>
            <a:endParaRPr lang="zh-TW" altLang="en-US" sz="1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3B19637-C008-4B27-8A47-1F18FEB1A0D1}"/>
              </a:ext>
            </a:extLst>
          </p:cNvPr>
          <p:cNvSpPr/>
          <p:nvPr/>
        </p:nvSpPr>
        <p:spPr>
          <a:xfrm>
            <a:off x="3969817" y="3309030"/>
            <a:ext cx="6783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00B050"/>
                </a:solidFill>
              </a:rPr>
              <a:t>0.0634</a:t>
            </a:r>
            <a:endParaRPr lang="zh-TW" altLang="en-US" sz="1400" dirty="0">
              <a:solidFill>
                <a:srgbClr val="00B05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819C12-09CC-4CF9-AA36-EC3E7B7E10AE}"/>
              </a:ext>
            </a:extLst>
          </p:cNvPr>
          <p:cNvSpPr/>
          <p:nvPr/>
        </p:nvSpPr>
        <p:spPr>
          <a:xfrm>
            <a:off x="3920790" y="1555605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TW" sz="1400" dirty="0">
                <a:solidFill>
                  <a:srgbClr val="00B050"/>
                </a:solidFill>
              </a:rPr>
              <a:t>0.0553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CE0468-C8A6-4134-B57A-A113E96B9F36}"/>
              </a:ext>
            </a:extLst>
          </p:cNvPr>
          <p:cNvSpPr/>
          <p:nvPr/>
        </p:nvSpPr>
        <p:spPr>
          <a:xfrm>
            <a:off x="2263914" y="1136802"/>
            <a:ext cx="2145123" cy="304008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4177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95A91F7-C7AB-40BC-BA8C-4D011B83B3C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TW" altLang="en-US" sz="4400" dirty="0"/>
                  <a:t>範例</a:t>
                </a:r>
                <a:r>
                  <a:rPr lang="en-US" altLang="zh-TW" sz="4400" dirty="0"/>
                  <a:t>(</a:t>
                </a:r>
                <a14:m>
                  <m:oMath xmlns:m="http://schemas.openxmlformats.org/officeDocument/2006/math">
                    <m:r>
                      <a:rPr lang="zh-TW" altLang="en-US" sz="4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計算</m:t>
                    </m:r>
                    <m:r>
                      <a:rPr lang="en-US" altLang="zh-TW" sz="4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zh-TW" altLang="en-US" sz="4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對</m:t>
                    </m:r>
                    <m:r>
                      <a:rPr lang="zh-TW" altLang="en-US" sz="4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權重</m:t>
                    </m:r>
                    <m:r>
                      <a:rPr lang="zh-TW" altLang="en-US" sz="4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的梯度</m:t>
                    </m:r>
                    <m:f>
                      <m:fPr>
                        <m:ctrlPr>
                          <a:rPr lang="zh-TW" alt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32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200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1~</m:t>
                            </m:r>
                            <m:r>
                              <a:rPr lang="en-US" altLang="zh-TW" sz="3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4400" dirty="0"/>
                  <a:t>)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95A91F7-C7AB-40BC-BA8C-4D011B83B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"/>
                <a:stretch>
                  <a:fillRect t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2A3B2F5D-FCAD-403B-A507-63921DD7C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906" y="1136802"/>
            <a:ext cx="3644098" cy="3040082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789D54B-F8B6-4A42-BC14-B98DDF560AE9}"/>
                  </a:ext>
                </a:extLst>
              </p:cNvPr>
              <p:cNvSpPr/>
              <p:nvPr/>
            </p:nvSpPr>
            <p:spPr>
              <a:xfrm>
                <a:off x="1849462" y="4379179"/>
                <a:ext cx="8797413" cy="185820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zh-TW" altLang="en-US" dirty="0" smtClean="0">
                        <a:solidFill>
                          <a:schemeClr val="tx1"/>
                        </a:solidFill>
                      </a:rPr>
                      <m:t>輸入</m:t>
                    </m:r>
                    <m:r>
                      <m:rPr>
                        <m:nor/>
                      </m:rPr>
                      <a:rPr lang="zh-TW" altLang="en-US" dirty="0"/>
                      <m:t>∗</m:t>
                    </m:r>
                    <m:r>
                      <m:rPr>
                        <m:nor/>
                      </m:rPr>
                      <a:rPr lang="zh-TW" altLang="en-US" dirty="0">
                        <a:solidFill>
                          <a:srgbClr val="FF0000"/>
                        </a:solidFill>
                      </a:rPr>
                      <m:t>激活函數微分</m:t>
                    </m:r>
                    <m:r>
                      <m:rPr>
                        <m:nor/>
                      </m:rPr>
                      <a:rPr lang="zh-TW" altLang="en-US" dirty="0"/>
                      <m:t>∗</m:t>
                    </m:r>
                    <m:r>
                      <m:rPr>
                        <m:nor/>
                      </m:rPr>
                      <a:rPr lang="zh-TW" altLang="en-US" dirty="0" smtClean="0">
                        <a:solidFill>
                          <a:srgbClr val="00B050"/>
                        </a:solidFill>
                      </a:rPr>
                      <m:t>輸出梯度</m:t>
                    </m:r>
                  </m:oMath>
                </a14:m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=</m:t>
                    </m:r>
                    <m:sSub>
                      <m:sSub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TW" altLang="en-US" dirty="0">
                        <a:solidFill>
                          <a:schemeClr val="tx1"/>
                        </a:solidFill>
                      </a:rPr>
                      <m:t> 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0.25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2379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zh-TW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553</m:t>
                        </m:r>
                      </m:e>
                    </m:d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0.0328</m:t>
                    </m:r>
                  </m:oMath>
                </a14:m>
                <a:endParaRPr lang="en-US" altLang="zh-TW" dirty="0">
                  <a:highlight>
                    <a:srgbClr val="FFFF00"/>
                  </a:highlight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0.25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0.23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zh-TW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0634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0.0037</m:t>
                    </m:r>
                  </m:oMath>
                </a14:m>
                <a:endParaRPr lang="en-US" altLang="zh-TW" i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.02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0.2379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0.553</m:t>
                        </m:r>
                      </m:e>
                    </m:d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0.0026</m:t>
                    </m:r>
                  </m:oMath>
                </a14:m>
                <a:endParaRPr lang="en-US" altLang="zh-TW" i="1" dirty="0"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0.02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0.2356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0.0634</m:t>
                        </m:r>
                      </m:e>
                    </m:d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0.0002</m:t>
                    </m:r>
                  </m:oMath>
                </a14:m>
                <a:endParaRPr lang="en-US" altLang="zh-TW" i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789D54B-F8B6-4A42-BC14-B98DDF560A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462" y="4379179"/>
                <a:ext cx="8797413" cy="18582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5D6BAE24-B1DD-4B47-8927-1B66683DBABE}"/>
              </a:ext>
            </a:extLst>
          </p:cNvPr>
          <p:cNvSpPr/>
          <p:nvPr/>
        </p:nvSpPr>
        <p:spPr>
          <a:xfrm>
            <a:off x="5561490" y="2955861"/>
            <a:ext cx="6030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0000FF"/>
                </a:solidFill>
              </a:rPr>
              <a:t>-0.18 </a:t>
            </a:r>
            <a:endParaRPr lang="zh-TW" altLang="en-US" sz="1400" dirty="0">
              <a:solidFill>
                <a:srgbClr val="0000FF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8F1053-1C22-4987-B43F-97C78342D382}"/>
              </a:ext>
            </a:extLst>
          </p:cNvPr>
          <p:cNvSpPr/>
          <p:nvPr/>
        </p:nvSpPr>
        <p:spPr>
          <a:xfrm>
            <a:off x="5642782" y="1797587"/>
            <a:ext cx="4539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0000FF"/>
                </a:solidFill>
              </a:rPr>
              <a:t>0.8 </a:t>
            </a:r>
            <a:endParaRPr lang="zh-TW" altLang="en-US" sz="1400" dirty="0">
              <a:solidFill>
                <a:srgbClr val="0000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41B12F-D2FB-4331-91F7-61D491EB36EA}"/>
              </a:ext>
            </a:extLst>
          </p:cNvPr>
          <p:cNvSpPr/>
          <p:nvPr/>
        </p:nvSpPr>
        <p:spPr>
          <a:xfrm>
            <a:off x="4982637" y="3005770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0.1476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C63BB0-CB97-4DE9-A41D-5FF2095A0C85}"/>
              </a:ext>
            </a:extLst>
          </p:cNvPr>
          <p:cNvSpPr/>
          <p:nvPr/>
        </p:nvSpPr>
        <p:spPr>
          <a:xfrm>
            <a:off x="5134000" y="1774491"/>
            <a:ext cx="4988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0.16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6C21D0-AB0D-44DD-A512-FDF97BC6F8A1}"/>
              </a:ext>
            </a:extLst>
          </p:cNvPr>
          <p:cNvSpPr/>
          <p:nvPr/>
        </p:nvSpPr>
        <p:spPr>
          <a:xfrm>
            <a:off x="3307351" y="3309031"/>
            <a:ext cx="7614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 0.2356 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CDE53F-E62A-4ECC-B9A3-C82F1F7958F2}"/>
              </a:ext>
            </a:extLst>
          </p:cNvPr>
          <p:cNvSpPr/>
          <p:nvPr/>
        </p:nvSpPr>
        <p:spPr>
          <a:xfrm>
            <a:off x="3348866" y="1572160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0.2379</a:t>
            </a:r>
            <a:endParaRPr lang="zh-TW" altLang="en-US" sz="1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3B19637-C008-4B27-8A47-1F18FEB1A0D1}"/>
              </a:ext>
            </a:extLst>
          </p:cNvPr>
          <p:cNvSpPr/>
          <p:nvPr/>
        </p:nvSpPr>
        <p:spPr>
          <a:xfrm>
            <a:off x="3969817" y="3309030"/>
            <a:ext cx="6783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00B050"/>
                </a:solidFill>
              </a:rPr>
              <a:t>0.0634</a:t>
            </a:r>
            <a:endParaRPr lang="zh-TW" altLang="en-US" sz="1400" dirty="0">
              <a:solidFill>
                <a:srgbClr val="00B05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819C12-09CC-4CF9-AA36-EC3E7B7E10AE}"/>
              </a:ext>
            </a:extLst>
          </p:cNvPr>
          <p:cNvSpPr/>
          <p:nvPr/>
        </p:nvSpPr>
        <p:spPr>
          <a:xfrm>
            <a:off x="3920790" y="1555605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TW" sz="1400" dirty="0">
                <a:solidFill>
                  <a:srgbClr val="00B050"/>
                </a:solidFill>
              </a:rPr>
              <a:t>0.0553</a:t>
            </a:r>
          </a:p>
        </p:txBody>
      </p:sp>
      <p:pic>
        <p:nvPicPr>
          <p:cNvPr id="68" name="圖片 67">
            <a:extLst>
              <a:ext uri="{FF2B5EF4-FFF2-40B4-BE49-F238E27FC236}">
                <a16:creationId xmlns:a16="http://schemas.microsoft.com/office/drawing/2014/main" id="{2ABFEA79-49AF-4089-98C3-67DF3350E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189" y="1136802"/>
            <a:ext cx="3819487" cy="30483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2955AC8-0547-42EC-88C8-307C763F2BB0}"/>
              </a:ext>
            </a:extLst>
          </p:cNvPr>
          <p:cNvSpPr/>
          <p:nvPr/>
        </p:nvSpPr>
        <p:spPr>
          <a:xfrm>
            <a:off x="4599181" y="1181923"/>
            <a:ext cx="1385160" cy="29283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2364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EFE085C-D10F-49BE-BBA4-1A39B369B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912" y="1136802"/>
            <a:ext cx="3872555" cy="302188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95A91F7-C7AB-40BC-BA8C-4D011B83B3C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TW" altLang="en-US" sz="4400" dirty="0"/>
                  <a:t>範例</a:t>
                </a:r>
                <a:r>
                  <a:rPr lang="en-US" altLang="zh-TW" sz="4400" dirty="0"/>
                  <a:t>(</a:t>
                </a:r>
                <a14:m>
                  <m:oMath xmlns:m="http://schemas.openxmlformats.org/officeDocument/2006/math">
                    <m:r>
                      <a:rPr lang="zh-TW" altLang="en-US" sz="4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計算</m:t>
                    </m:r>
                    <m:r>
                      <a:rPr lang="en-US" altLang="zh-TW" sz="4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zh-TW" altLang="en-US" sz="4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對</m:t>
                    </m:r>
                    <m:r>
                      <a:rPr lang="zh-TW" altLang="en-US" sz="4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偏差</m:t>
                    </m:r>
                    <m:r>
                      <a:rPr lang="zh-TW" altLang="en-US" sz="4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的梯度</m:t>
                    </m:r>
                    <m:f>
                      <m:fPr>
                        <m:ctrlPr>
                          <a:rPr lang="zh-TW" alt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32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2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3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1~4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4400" dirty="0"/>
                  <a:t>)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95A91F7-C7AB-40BC-BA8C-4D011B83B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3"/>
                <a:stretch>
                  <a:fillRect t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2A3B2F5D-FCAD-403B-A507-63921DD7C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906" y="1136802"/>
            <a:ext cx="3644098" cy="3040082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789D54B-F8B6-4A42-BC14-B98DDF560AE9}"/>
                  </a:ext>
                </a:extLst>
              </p:cNvPr>
              <p:cNvSpPr/>
              <p:nvPr/>
            </p:nvSpPr>
            <p:spPr>
              <a:xfrm>
                <a:off x="1939997" y="4370024"/>
                <a:ext cx="8462435" cy="185820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zh-TW" altLang="en-US" dirty="0">
                        <a:solidFill>
                          <a:srgbClr val="FF0000"/>
                        </a:solidFill>
                      </a:rPr>
                      <m:t>激活函數微分</m:t>
                    </m:r>
                    <m:r>
                      <m:rPr>
                        <m:nor/>
                      </m:rPr>
                      <a:rPr lang="zh-TW" altLang="en-US" dirty="0"/>
                      <m:t>∗</m:t>
                    </m:r>
                    <m:r>
                      <m:rPr>
                        <m:nor/>
                      </m:rPr>
                      <a:rPr lang="zh-TW" altLang="en-US" dirty="0" smtClean="0">
                        <a:solidFill>
                          <a:srgbClr val="00B050"/>
                        </a:solidFill>
                      </a:rPr>
                      <m:t>輸出梯度</m:t>
                    </m:r>
                  </m:oMath>
                </a14:m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2379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zh-TW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553</m:t>
                        </m:r>
                      </m:e>
                    </m:d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0.1315</m:t>
                    </m:r>
                  </m:oMath>
                </a14:m>
                <a:endParaRPr lang="en-US" altLang="zh-TW" dirty="0">
                  <a:highlight>
                    <a:srgbClr val="FFFF00"/>
                  </a:highlight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0.23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zh-TW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0634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0.0149</m:t>
                    </m:r>
                  </m:oMath>
                </a14:m>
                <a:endParaRPr lang="en-US" altLang="zh-TW" i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0.8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0.128</m:t>
                    </m:r>
                  </m:oMath>
                </a14:m>
                <a:endParaRPr lang="en-US" altLang="zh-TW" i="1" dirty="0"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1476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−0.18</m:t>
                        </m:r>
                      </m:e>
                    </m:d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−0.0265</m:t>
                    </m:r>
                  </m:oMath>
                </a14:m>
                <a:endParaRPr lang="en-US" altLang="zh-TW" i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789D54B-F8B6-4A42-BC14-B98DDF560A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997" y="4370024"/>
                <a:ext cx="8462435" cy="18582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5D6BAE24-B1DD-4B47-8927-1B66683DBABE}"/>
              </a:ext>
            </a:extLst>
          </p:cNvPr>
          <p:cNvSpPr/>
          <p:nvPr/>
        </p:nvSpPr>
        <p:spPr>
          <a:xfrm>
            <a:off x="5561490" y="2955861"/>
            <a:ext cx="6030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0000FF"/>
                </a:solidFill>
              </a:rPr>
              <a:t>-0.18 </a:t>
            </a:r>
            <a:endParaRPr lang="zh-TW" altLang="en-US" sz="1400" dirty="0">
              <a:solidFill>
                <a:srgbClr val="0000FF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8F1053-1C22-4987-B43F-97C78342D382}"/>
              </a:ext>
            </a:extLst>
          </p:cNvPr>
          <p:cNvSpPr/>
          <p:nvPr/>
        </p:nvSpPr>
        <p:spPr>
          <a:xfrm>
            <a:off x="5642782" y="1797587"/>
            <a:ext cx="4539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0000FF"/>
                </a:solidFill>
              </a:rPr>
              <a:t>0.8 </a:t>
            </a:r>
            <a:endParaRPr lang="zh-TW" altLang="en-US" sz="1400" dirty="0">
              <a:solidFill>
                <a:srgbClr val="0000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41B12F-D2FB-4331-91F7-61D491EB36EA}"/>
              </a:ext>
            </a:extLst>
          </p:cNvPr>
          <p:cNvSpPr/>
          <p:nvPr/>
        </p:nvSpPr>
        <p:spPr>
          <a:xfrm>
            <a:off x="4982637" y="3005770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0.1476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C63BB0-CB97-4DE9-A41D-5FF2095A0C85}"/>
              </a:ext>
            </a:extLst>
          </p:cNvPr>
          <p:cNvSpPr/>
          <p:nvPr/>
        </p:nvSpPr>
        <p:spPr>
          <a:xfrm>
            <a:off x="5143927" y="1797587"/>
            <a:ext cx="4988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0.16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6C21D0-AB0D-44DD-A512-FDF97BC6F8A1}"/>
              </a:ext>
            </a:extLst>
          </p:cNvPr>
          <p:cNvSpPr/>
          <p:nvPr/>
        </p:nvSpPr>
        <p:spPr>
          <a:xfrm>
            <a:off x="3258324" y="3429001"/>
            <a:ext cx="7614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 0.2356 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CDE53F-E62A-4ECC-B9A3-C82F1F7958F2}"/>
              </a:ext>
            </a:extLst>
          </p:cNvPr>
          <p:cNvSpPr/>
          <p:nvPr/>
        </p:nvSpPr>
        <p:spPr>
          <a:xfrm>
            <a:off x="3348866" y="1572160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0.2379</a:t>
            </a:r>
            <a:endParaRPr lang="zh-TW" altLang="en-US" sz="1400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67F62B15-6E86-40DD-B599-46BA5674CDE4}"/>
              </a:ext>
            </a:extLst>
          </p:cNvPr>
          <p:cNvSpPr/>
          <p:nvPr/>
        </p:nvSpPr>
        <p:spPr>
          <a:xfrm>
            <a:off x="2200590" y="1230341"/>
            <a:ext cx="1148276" cy="283466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C0533C7-C652-438A-895F-950CF382A790}"/>
              </a:ext>
            </a:extLst>
          </p:cNvPr>
          <p:cNvSpPr/>
          <p:nvPr/>
        </p:nvSpPr>
        <p:spPr>
          <a:xfrm>
            <a:off x="4427696" y="1288515"/>
            <a:ext cx="554941" cy="283466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3B19637-C008-4B27-8A47-1F18FEB1A0D1}"/>
              </a:ext>
            </a:extLst>
          </p:cNvPr>
          <p:cNvSpPr/>
          <p:nvPr/>
        </p:nvSpPr>
        <p:spPr>
          <a:xfrm>
            <a:off x="3920790" y="3429000"/>
            <a:ext cx="6783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00B050"/>
                </a:solidFill>
              </a:rPr>
              <a:t>0.0634</a:t>
            </a:r>
            <a:endParaRPr lang="zh-TW" altLang="en-US" sz="1400" dirty="0">
              <a:solidFill>
                <a:srgbClr val="00B05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819C12-09CC-4CF9-AA36-EC3E7B7E10AE}"/>
              </a:ext>
            </a:extLst>
          </p:cNvPr>
          <p:cNvSpPr/>
          <p:nvPr/>
        </p:nvSpPr>
        <p:spPr>
          <a:xfrm>
            <a:off x="3920790" y="1555605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TW" sz="1400" dirty="0">
                <a:solidFill>
                  <a:srgbClr val="00B050"/>
                </a:solidFill>
              </a:rPr>
              <a:t>0.0553</a:t>
            </a:r>
          </a:p>
        </p:txBody>
      </p:sp>
    </p:spTree>
    <p:extLst>
      <p:ext uri="{BB962C8B-B14F-4D97-AF65-F5344CB8AC3E}">
        <p14:creationId xmlns:p14="http://schemas.microsoft.com/office/powerpoint/2010/main" val="1568232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745767-513C-4896-AFE6-7717D88DEB7B}"/>
                  </a:ext>
                </a:extLst>
              </p:cNvPr>
              <p:cNvSpPr txBox="1"/>
              <p:nvPr/>
            </p:nvSpPr>
            <p:spPr>
              <a:xfrm>
                <a:off x="3849229" y="1874625"/>
                <a:ext cx="4493538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TW" altLang="en-US" sz="4800" dirty="0">
                    <a:solidFill>
                      <a:schemeClr val="tx1"/>
                    </a:solidFill>
                  </a:rPr>
                  <a:t>更新權重</a:t>
                </a:r>
                <a:r>
                  <a:rPr lang="zh-TW" altLang="en-US" sz="4800" dirty="0"/>
                  <a:t>、偏差</a:t>
                </a:r>
                <a:endParaRPr lang="en-US" altLang="zh-TW" sz="4800" dirty="0">
                  <a:solidFill>
                    <a:schemeClr val="tx1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zh-TW" altLang="en-US" sz="4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sSub>
                        <m:sSubPr>
                          <m:ctrlPr>
                            <a:rPr lang="en-US" altLang="zh-TW" sz="4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4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</m:oMath>
                  </m:oMathPara>
                </a14:m>
                <a:endParaRPr lang="en-US" altLang="zh-TW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745767-513C-4896-AFE6-7717D88DE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9229" y="1874625"/>
                <a:ext cx="4493538" cy="2308324"/>
              </a:xfrm>
              <a:prstGeom prst="rect">
                <a:avLst/>
              </a:prstGeom>
              <a:blipFill>
                <a:blip r:embed="rId2"/>
                <a:stretch>
                  <a:fillRect l="-5691" r="-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7695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TW" altLang="en-US" sz="4400" dirty="0"/>
                  <a:t>範例</a:t>
                </a:r>
                <a:r>
                  <a:rPr lang="en-US" altLang="zh-TW" sz="4400" dirty="0"/>
                  <a:t>(</a:t>
                </a:r>
                <a14:m>
                  <m:oMath xmlns:m="http://schemas.openxmlformats.org/officeDocument/2006/math">
                    <m:r>
                      <a:rPr lang="zh-TW" altLang="en-US" sz="4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更新</m:t>
                    </m:r>
                    <m:r>
                      <a:rPr lang="zh-TW" altLang="en-US" sz="4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權重</m:t>
                    </m:r>
                    <m:sSub>
                      <m:sSubPr>
                        <m:ctrlPr>
                          <a:rPr lang="en-US" altLang="zh-TW" sz="31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1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3100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31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1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zh-TW" sz="31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31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altLang="zh-TW" sz="4400" dirty="0"/>
                  <a:t>)</a:t>
                </a:r>
              </a:p>
            </p:txBody>
          </p:sp>
        </mc:Choice>
        <mc:Fallback xmlns="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"/>
                <a:stretch>
                  <a:fillRect t="-26667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F41D68F-CB50-4F82-A884-EFE4AD1C6075}"/>
                  </a:ext>
                </a:extLst>
              </p:cNvPr>
              <p:cNvSpPr/>
              <p:nvPr/>
            </p:nvSpPr>
            <p:spPr>
              <a:xfrm>
                <a:off x="7024950" y="1978688"/>
                <a:ext cx="4608076" cy="418345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rgbClr val="FF0000"/>
                              </a:solidFill>
                              <a:highlight>
                                <a:srgbClr val="DBDBDB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rgbClr val="FF0000"/>
                              </a:solidFill>
                              <a:highlight>
                                <a:srgbClr val="DBDBDB"/>
                              </a:highlight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rgbClr val="FF0000"/>
                              </a:solidFill>
                              <a:highlight>
                                <a:srgbClr val="DBDBDB"/>
                              </a:highlight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TW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prstClr val="black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prstClr val="black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prstClr val="black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  <a:p>
                <a:r>
                  <a:rPr lang="en-US" altLang="zh-TW" dirty="0">
                    <a:solidFill>
                      <a:prstClr val="black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0.</m:t>
                    </m:r>
                    <m:r>
                      <m:rPr>
                        <m:nor/>
                      </m:rPr>
                      <a:rPr lang="en-US" altLang="zh-TW" b="0" i="0" dirty="0" smtClean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30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0.0</m:t>
                        </m:r>
                        <m:r>
                          <a:rPr lang="en-US" altLang="zh-TW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328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highlight>
                      <a:srgbClr val="00FF00"/>
                    </a:highlight>
                  </a:rPr>
                  <a:t>0.2967</a:t>
                </a:r>
              </a:p>
              <a:p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  <m: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0.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0.0037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highlight>
                      <a:srgbClr val="00FF00"/>
                    </a:highlight>
                  </a:rPr>
                  <a:t>0.1296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  <m: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0.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0.0026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highlight>
                      <a:srgbClr val="00FF00"/>
                    </a:highlight>
                  </a:rPr>
                  <a:t>0.2497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  <m: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0.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  <a:latin typeface="Cambria Math" panose="02040503050406030204" pitchFamily="18" charset="0"/>
                      </a:rPr>
                      <m:t>42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0.0002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highlight>
                      <a:srgbClr val="00FF00"/>
                    </a:highlight>
                  </a:rPr>
                  <a:t>0.4199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  <m: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0.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  <a:latin typeface="Cambria Math" panose="02040503050406030204" pitchFamily="18" charset="0"/>
                      </a:rPr>
                      <m:t>67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0.0732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highlight>
                      <a:srgbClr val="00FF00"/>
                    </a:highlight>
                  </a:rPr>
                  <a:t>0.6626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  <m: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0.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  <a:latin typeface="Cambria Math" panose="02040503050406030204" pitchFamily="18" charset="0"/>
                      </a:rPr>
                      <m:t>84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0.0</m:t>
                        </m:r>
                        <m:r>
                          <a:rPr lang="en-US" altLang="zh-TW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164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highlight>
                      <a:srgbClr val="00FF00"/>
                    </a:highlight>
                  </a:rPr>
                  <a:t>0.8416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  <m: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0.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  <a:latin typeface="Cambria Math" panose="02040503050406030204" pitchFamily="18" charset="0"/>
                      </a:rPr>
                      <m:t>54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0.0720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highlight>
                      <a:srgbClr val="00FF00"/>
                    </a:highlight>
                  </a:rPr>
                  <a:t>0.5328</a:t>
                </a:r>
                <a:endParaRPr lang="en-US" altLang="zh-TW" i="1" dirty="0">
                  <a:solidFill>
                    <a:prstClr val="black"/>
                  </a:solidFill>
                  <a:highlight>
                    <a:srgbClr val="00FF00"/>
                  </a:highlight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  <m:r>
                          <a:rPr lang="en-US" altLang="zh-TW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_8</m:t>
                        </m:r>
                      </m:sub>
                    </m:sSub>
                    <m:r>
                      <a:rPr lang="en-US" altLang="zh-TW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0.52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0.1∗</m:t>
                    </m:r>
                    <m:d>
                      <m:dPr>
                        <m:ctrlPr>
                          <a:rPr lang="en-US" altLang="zh-TW" b="0" i="1" dirty="0" smtClean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0.0162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highlight>
                      <a:srgbClr val="00FF00"/>
                    </a:highlight>
                  </a:rPr>
                  <a:t>0.5216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F41D68F-CB50-4F82-A884-EFE4AD1C60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950" y="1978688"/>
                <a:ext cx="4608076" cy="4183453"/>
              </a:xfrm>
              <a:prstGeom prst="rect">
                <a:avLst/>
              </a:prstGeom>
              <a:blipFill>
                <a:blip r:embed="rId3"/>
                <a:stretch>
                  <a:fillRect b="-101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BF9E4C2-819C-458A-A4CF-D38B0041D9C7}"/>
                  </a:ext>
                </a:extLst>
              </p:cNvPr>
              <p:cNvSpPr/>
              <p:nvPr/>
            </p:nvSpPr>
            <p:spPr>
              <a:xfrm>
                <a:off x="7867690" y="1213866"/>
                <a:ext cx="2922595" cy="64633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TW" altLang="en-US" dirty="0">
                    <a:latin typeface="Cambria Math" panose="02040503050406030204" pitchFamily="18" charset="0"/>
                  </a:rPr>
                  <a:t>權重更新方式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(</a:t>
                </a:r>
                <a:r>
                  <a:rPr lang="zh-TW" altLang="en-US" dirty="0">
                    <a:latin typeface="Cambria Math" panose="02040503050406030204" pitchFamily="18" charset="0"/>
                  </a:rPr>
                  <a:t>優化器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:SGD)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zh-TW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𝜂</m:t>
                    </m:r>
                    <m:r>
                      <m:rPr>
                        <m:sty m:val="p"/>
                      </m:rPr>
                      <a:rPr lang="zh-TW" alt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zh-TW" alt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TW" altLang="en-US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/>
                  <a:t>  設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zh-TW" dirty="0"/>
                  <a:t>=0.1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BF9E4C2-819C-458A-A4CF-D38B0041D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690" y="1213866"/>
                <a:ext cx="2922595" cy="646331"/>
              </a:xfrm>
              <a:prstGeom prst="rect">
                <a:avLst/>
              </a:prstGeom>
              <a:blipFill>
                <a:blip r:embed="rId4"/>
                <a:stretch>
                  <a:fillRect l="-1663" t="-4630" r="-1247" b="-138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圖片 28">
            <a:extLst>
              <a:ext uri="{FF2B5EF4-FFF2-40B4-BE49-F238E27FC236}">
                <a16:creationId xmlns:a16="http://schemas.microsoft.com/office/drawing/2014/main" id="{34813DBD-6732-4672-AEDA-8E5F3B81BD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37" y="1374870"/>
            <a:ext cx="5547841" cy="46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255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TW" altLang="en-US" sz="4400" dirty="0"/>
                  <a:t>範例</a:t>
                </a:r>
                <a:r>
                  <a:rPr lang="en-US" altLang="zh-TW" sz="4400" dirty="0"/>
                  <a:t>(</a:t>
                </a:r>
                <a14:m>
                  <m:oMath xmlns:m="http://schemas.openxmlformats.org/officeDocument/2006/math">
                    <m:r>
                      <a:rPr lang="zh-TW" altLang="en-US" sz="4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更新</m:t>
                    </m:r>
                    <m:r>
                      <a:rPr lang="zh-TW" altLang="en-US" sz="4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偏差</m:t>
                    </m:r>
                    <m:sSub>
                      <m:sSubPr>
                        <m:ctrlPr>
                          <a:rPr lang="en-US" altLang="zh-TW" sz="31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1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3100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31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1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zh-TW" sz="31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3100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4400" dirty="0"/>
                  <a:t>)</a:t>
                </a:r>
              </a:p>
            </p:txBody>
          </p:sp>
        </mc:Choice>
        <mc:Fallback xmlns="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"/>
                <a:stretch>
                  <a:fillRect t="-26667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F41D68F-CB50-4F82-A884-EFE4AD1C6075}"/>
                  </a:ext>
                </a:extLst>
              </p:cNvPr>
              <p:cNvSpPr/>
              <p:nvPr/>
            </p:nvSpPr>
            <p:spPr>
              <a:xfrm>
                <a:off x="7061165" y="2458777"/>
                <a:ext cx="4571862" cy="246554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new</m:t>
                          </m:r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 dirty="0" smtClean="0">
                              <a:solidFill>
                                <a:srgbClr val="FF0000"/>
                              </a:solidFill>
                              <a:highlight>
                                <a:srgbClr val="DBDBDB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rgbClr val="FF0000"/>
                              </a:solidFill>
                              <a:highlight>
                                <a:srgbClr val="DBDBDB"/>
                              </a:highlight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rgbClr val="FF0000"/>
                              </a:solidFill>
                              <a:highlight>
                                <a:srgbClr val="DBDBDB"/>
                              </a:highlight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TW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prstClr val="black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prstClr val="black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prstClr val="black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prstClr val="black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  <a:p>
                <a:r>
                  <a:rPr lang="en-US" altLang="zh-TW" dirty="0">
                    <a:solidFill>
                      <a:prstClr val="black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0.</m:t>
                    </m:r>
                    <m:r>
                      <m:rPr>
                        <m:nor/>
                      </m:rPr>
                      <a:rPr lang="en-US" altLang="zh-TW" b="0" i="0" dirty="0" smtClean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42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0.1315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highlight>
                      <a:srgbClr val="00FF00"/>
                    </a:highlight>
                  </a:rPr>
                  <a:t>0.4068</a:t>
                </a:r>
              </a:p>
              <a:p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  <m: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0.42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0.128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highlight>
                      <a:srgbClr val="00FF00"/>
                    </a:highlight>
                  </a:rPr>
                  <a:t>0.4072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  <m: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0.67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0.0149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highlight>
                      <a:srgbClr val="00FF00"/>
                    </a:highlight>
                  </a:rPr>
                  <a:t>0.6685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  <m: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highlight>
                          <a:srgbClr val="DBDBDB"/>
                        </a:highlight>
                      </a:rPr>
                      <m:t>0.67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0.0265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highlight>
                      <a:srgbClr val="00FF00"/>
                    </a:highlight>
                  </a:rPr>
                  <a:t>0.6726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F41D68F-CB50-4F82-A884-EFE4AD1C60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1165" y="2458777"/>
                <a:ext cx="4571862" cy="2465547"/>
              </a:xfrm>
              <a:prstGeom prst="rect">
                <a:avLst/>
              </a:prstGeom>
              <a:blipFill>
                <a:blip r:embed="rId3"/>
                <a:stretch>
                  <a:fillRect b="-221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BF9E4C2-819C-458A-A4CF-D38B0041D9C7}"/>
                  </a:ext>
                </a:extLst>
              </p:cNvPr>
              <p:cNvSpPr/>
              <p:nvPr/>
            </p:nvSpPr>
            <p:spPr>
              <a:xfrm>
                <a:off x="7885798" y="1537079"/>
                <a:ext cx="2922595" cy="64633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TW" altLang="en-US" dirty="0">
                    <a:latin typeface="Cambria Math" panose="02040503050406030204" pitchFamily="18" charset="0"/>
                  </a:rPr>
                  <a:t>權重更新方式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(</a:t>
                </a:r>
                <a:r>
                  <a:rPr lang="zh-TW" altLang="en-US" dirty="0">
                    <a:latin typeface="Cambria Math" panose="02040503050406030204" pitchFamily="18" charset="0"/>
                  </a:rPr>
                  <a:t>優化器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:SGD)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zh-TW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𝜂</m:t>
                    </m:r>
                    <m:r>
                      <m:rPr>
                        <m:sty m:val="p"/>
                      </m:rPr>
                      <a:rPr lang="zh-TW" alt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zh-TW" alt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TW" altLang="en-US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/>
                  <a:t>  設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zh-TW" dirty="0"/>
                  <a:t>=0.1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BF9E4C2-819C-458A-A4CF-D38B0041D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798" y="1537079"/>
                <a:ext cx="2922595" cy="646331"/>
              </a:xfrm>
              <a:prstGeom prst="rect">
                <a:avLst/>
              </a:prstGeom>
              <a:blipFill>
                <a:blip r:embed="rId4"/>
                <a:stretch>
                  <a:fillRect l="-1663" t="-4630" r="-1247" b="-138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65E7AB80-388B-4071-98FD-F9893E8AEBD0}"/>
              </a:ext>
            </a:extLst>
          </p:cNvPr>
          <p:cNvSpPr/>
          <p:nvPr/>
        </p:nvSpPr>
        <p:spPr>
          <a:xfrm>
            <a:off x="709343" y="1878331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12C461B5-A40E-4659-9001-08E4BE221C10}"/>
              </a:ext>
            </a:extLst>
          </p:cNvPr>
          <p:cNvSpPr/>
          <p:nvPr/>
        </p:nvSpPr>
        <p:spPr>
          <a:xfrm>
            <a:off x="709343" y="3535681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49E6B7E3-AF11-472F-8866-8A82AF05A540}"/>
              </a:ext>
            </a:extLst>
          </p:cNvPr>
          <p:cNvCxnSpPr>
            <a:cxnSpLocks/>
            <a:stCxn id="7" idx="6"/>
            <a:endCxn id="35" idx="2"/>
          </p:cNvCxnSpPr>
          <p:nvPr/>
        </p:nvCxnSpPr>
        <p:spPr>
          <a:xfrm flipV="1">
            <a:off x="1528493" y="1758448"/>
            <a:ext cx="1147897" cy="529458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D28A038E-91B1-43FD-B151-287023FEDC56}"/>
              </a:ext>
            </a:extLst>
          </p:cNvPr>
          <p:cNvCxnSpPr>
            <a:cxnSpLocks/>
            <a:stCxn id="7" idx="6"/>
            <a:endCxn id="37" idx="2"/>
          </p:cNvCxnSpPr>
          <p:nvPr/>
        </p:nvCxnSpPr>
        <p:spPr>
          <a:xfrm>
            <a:off x="1528493" y="2287906"/>
            <a:ext cx="1169068" cy="216948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80AC544A-6DBE-48AA-86B6-1E1916EAC8B7}"/>
              </a:ext>
            </a:extLst>
          </p:cNvPr>
          <p:cNvCxnSpPr>
            <a:cxnSpLocks/>
            <a:stCxn id="8" idx="6"/>
            <a:endCxn id="35" idx="2"/>
          </p:cNvCxnSpPr>
          <p:nvPr/>
        </p:nvCxnSpPr>
        <p:spPr>
          <a:xfrm flipV="1">
            <a:off x="1528493" y="1758448"/>
            <a:ext cx="1147897" cy="218680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C2E52BDB-D40B-44D0-84E2-7F0EDC10FEE0}"/>
              </a:ext>
            </a:extLst>
          </p:cNvPr>
          <p:cNvCxnSpPr>
            <a:cxnSpLocks/>
            <a:stCxn id="8" idx="6"/>
            <a:endCxn id="37" idx="2"/>
          </p:cNvCxnSpPr>
          <p:nvPr/>
        </p:nvCxnSpPr>
        <p:spPr>
          <a:xfrm>
            <a:off x="1528493" y="3945256"/>
            <a:ext cx="1169068" cy="51213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A4632F31-6838-4AEE-922C-33A4966C2F20}"/>
              </a:ext>
            </a:extLst>
          </p:cNvPr>
          <p:cNvCxnSpPr>
            <a:cxnSpLocks/>
            <a:stCxn id="36" idx="3"/>
            <a:endCxn id="39" idx="2"/>
          </p:cNvCxnSpPr>
          <p:nvPr/>
        </p:nvCxnSpPr>
        <p:spPr>
          <a:xfrm flipV="1">
            <a:off x="3939301" y="2192932"/>
            <a:ext cx="1026961" cy="2242805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D1D6E10-1E54-4ACE-A0C0-4348011D1A77}"/>
              </a:ext>
            </a:extLst>
          </p:cNvPr>
          <p:cNvCxnSpPr>
            <a:cxnSpLocks/>
            <a:stCxn id="34" idx="3"/>
            <a:endCxn id="39" idx="2"/>
          </p:cNvCxnSpPr>
          <p:nvPr/>
        </p:nvCxnSpPr>
        <p:spPr>
          <a:xfrm>
            <a:off x="3918130" y="1736795"/>
            <a:ext cx="1048132" cy="456137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3CEB3286-1D2F-4D4D-A51F-F91194D0D900}"/>
              </a:ext>
            </a:extLst>
          </p:cNvPr>
          <p:cNvCxnSpPr>
            <a:cxnSpLocks/>
            <a:stCxn id="34" idx="3"/>
            <a:endCxn id="41" idx="2"/>
          </p:cNvCxnSpPr>
          <p:nvPr/>
        </p:nvCxnSpPr>
        <p:spPr>
          <a:xfrm>
            <a:off x="3918130" y="1736795"/>
            <a:ext cx="1097718" cy="2202944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327897F-94BE-4A16-80C3-893B82ACC9E4}"/>
              </a:ext>
            </a:extLst>
          </p:cNvPr>
          <p:cNvCxnSpPr>
            <a:cxnSpLocks/>
            <a:stCxn id="36" idx="3"/>
            <a:endCxn id="41" idx="2"/>
          </p:cNvCxnSpPr>
          <p:nvPr/>
        </p:nvCxnSpPr>
        <p:spPr>
          <a:xfrm flipV="1">
            <a:off x="3939301" y="3939739"/>
            <a:ext cx="1076547" cy="495998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457D5509-5A17-4F9E-8622-A4AA1CF9954C}"/>
              </a:ext>
            </a:extLst>
          </p:cNvPr>
          <p:cNvCxnSpPr>
            <a:cxnSpLocks/>
            <a:stCxn id="35" idx="4"/>
            <a:endCxn id="21" idx="0"/>
          </p:cNvCxnSpPr>
          <p:nvPr/>
        </p:nvCxnSpPr>
        <p:spPr>
          <a:xfrm>
            <a:off x="2993561" y="2075619"/>
            <a:ext cx="8492" cy="63779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CB675602-338A-4720-B930-E4A7E2096745}"/>
              </a:ext>
            </a:extLst>
          </p:cNvPr>
          <p:cNvCxnSpPr>
            <a:cxnSpLocks/>
            <a:stCxn id="37" idx="4"/>
            <a:endCxn id="22" idx="0"/>
          </p:cNvCxnSpPr>
          <p:nvPr/>
        </p:nvCxnSpPr>
        <p:spPr>
          <a:xfrm flipH="1">
            <a:off x="3011885" y="4774561"/>
            <a:ext cx="2847" cy="47029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24A6962-20C0-4BEB-81F0-8880BB545F74}"/>
              </a:ext>
            </a:extLst>
          </p:cNvPr>
          <p:cNvSpPr/>
          <p:nvPr/>
        </p:nvSpPr>
        <p:spPr>
          <a:xfrm>
            <a:off x="2687729" y="271340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7BB962B-7B80-4FA2-9CAD-876258779FBC}"/>
              </a:ext>
            </a:extLst>
          </p:cNvPr>
          <p:cNvSpPr/>
          <p:nvPr/>
        </p:nvSpPr>
        <p:spPr>
          <a:xfrm>
            <a:off x="2697561" y="524485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7376BC1D-65F1-4066-BD3B-4C70A72C16C8}"/>
              </a:ext>
            </a:extLst>
          </p:cNvPr>
          <p:cNvCxnSpPr>
            <a:cxnSpLocks/>
            <a:stCxn id="39" idx="4"/>
            <a:endCxn id="24" idx="0"/>
          </p:cNvCxnSpPr>
          <p:nvPr/>
        </p:nvCxnSpPr>
        <p:spPr>
          <a:xfrm>
            <a:off x="5283433" y="2510103"/>
            <a:ext cx="3513" cy="23389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89C5F5E1-FF25-4979-8178-1FDE8F91087C}"/>
              </a:ext>
            </a:extLst>
          </p:cNvPr>
          <p:cNvSpPr/>
          <p:nvPr/>
        </p:nvSpPr>
        <p:spPr>
          <a:xfrm>
            <a:off x="4972622" y="2744000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B2C675A2-FF7B-4377-BC7A-FF852B860ABA}"/>
              </a:ext>
            </a:extLst>
          </p:cNvPr>
          <p:cNvCxnSpPr>
            <a:cxnSpLocks/>
            <a:stCxn id="41" idx="4"/>
            <a:endCxn id="26" idx="0"/>
          </p:cNvCxnSpPr>
          <p:nvPr/>
        </p:nvCxnSpPr>
        <p:spPr>
          <a:xfrm flipH="1">
            <a:off x="5330172" y="4256910"/>
            <a:ext cx="2847" cy="9843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212A95F6-4D6E-4AB5-981E-B00994299970}"/>
              </a:ext>
            </a:extLst>
          </p:cNvPr>
          <p:cNvSpPr/>
          <p:nvPr/>
        </p:nvSpPr>
        <p:spPr>
          <a:xfrm>
            <a:off x="5015848" y="5241224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38F7EC0D-7A2D-46F6-909B-D4B15B3EF5A9}"/>
                  </a:ext>
                </a:extLst>
              </p:cNvPr>
              <p:cNvSpPr/>
              <p:nvPr/>
            </p:nvSpPr>
            <p:spPr>
              <a:xfrm>
                <a:off x="824607" y="1915419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</a:rPr>
                  <a:t>0.25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38F7EC0D-7A2D-46F6-909B-D4B15B3EF5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07" y="1915419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0C47AA17-71AF-4750-B9C9-43E6DFF27A2C}"/>
                  </a:ext>
                </a:extLst>
              </p:cNvPr>
              <p:cNvSpPr/>
              <p:nvPr/>
            </p:nvSpPr>
            <p:spPr>
              <a:xfrm>
                <a:off x="850345" y="3598961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</a:rPr>
                  <a:t>0.02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0C47AA17-71AF-4750-B9C9-43E6DFF27A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45" y="3598961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27EF8632-6871-47F2-A043-E0F31C9D4B81}"/>
                  </a:ext>
                </a:extLst>
              </p:cNvPr>
              <p:cNvSpPr/>
              <p:nvPr/>
            </p:nvSpPr>
            <p:spPr>
              <a:xfrm>
                <a:off x="2665012" y="2685793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FF0000"/>
                    </a:solidFill>
                    <a:highlight>
                      <a:srgbClr val="C0C0C0"/>
                    </a:highlight>
                  </a:rPr>
                  <a:t>0.42</a:t>
                </a:r>
                <a:endParaRPr lang="zh-TW" altLang="en-US" dirty="0">
                  <a:solidFill>
                    <a:srgbClr val="FF0000"/>
                  </a:solidFill>
                  <a:highlight>
                    <a:srgbClr val="C0C0C0"/>
                  </a:highlight>
                </a:endParaRPr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27EF8632-6871-47F2-A043-E0F31C9D4B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012" y="2685793"/>
                <a:ext cx="638174" cy="646331"/>
              </a:xfrm>
              <a:prstGeom prst="rect">
                <a:avLst/>
              </a:prstGeom>
              <a:blipFill>
                <a:blip r:embed="rId7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94BC7F9E-3C5E-401C-A045-6370FF1A2AB3}"/>
                  </a:ext>
                </a:extLst>
              </p:cNvPr>
              <p:cNvSpPr/>
              <p:nvPr/>
            </p:nvSpPr>
            <p:spPr>
              <a:xfrm>
                <a:off x="2692798" y="5224760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FF0000"/>
                    </a:solidFill>
                    <a:highlight>
                      <a:srgbClr val="C0C0C0"/>
                    </a:highlight>
                  </a:rPr>
                  <a:t>0.42</a:t>
                </a:r>
                <a:endParaRPr lang="zh-TW" altLang="en-US" dirty="0">
                  <a:solidFill>
                    <a:srgbClr val="FF0000"/>
                  </a:solidFill>
                  <a:highlight>
                    <a:srgbClr val="C0C0C0"/>
                  </a:highlight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94BC7F9E-3C5E-401C-A045-6370FF1A2A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798" y="5224760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55B862F2-A74C-4D5C-927F-93186F930C25}"/>
                  </a:ext>
                </a:extLst>
              </p:cNvPr>
              <p:cNvSpPr/>
              <p:nvPr/>
            </p:nvSpPr>
            <p:spPr>
              <a:xfrm>
                <a:off x="4957144" y="2718796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FF0000"/>
                    </a:solidFill>
                    <a:highlight>
                      <a:srgbClr val="C0C0C0"/>
                    </a:highlight>
                  </a:rPr>
                  <a:t>0.67</a:t>
                </a:r>
                <a:endParaRPr lang="zh-TW" altLang="en-US" dirty="0">
                  <a:solidFill>
                    <a:srgbClr val="FF0000"/>
                  </a:solidFill>
                  <a:highlight>
                    <a:srgbClr val="C0C0C0"/>
                  </a:highlight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55B862F2-A74C-4D5C-927F-93186F930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144" y="2718796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EEC78089-2597-4A7E-97CA-559CB83923C0}"/>
                  </a:ext>
                </a:extLst>
              </p:cNvPr>
              <p:cNvSpPr/>
              <p:nvPr/>
            </p:nvSpPr>
            <p:spPr>
              <a:xfrm>
                <a:off x="5022364" y="5228163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FF0000"/>
                    </a:solidFill>
                    <a:highlight>
                      <a:srgbClr val="C0C0C0"/>
                    </a:highlight>
                  </a:rPr>
                  <a:t>0.67</a:t>
                </a:r>
                <a:endParaRPr lang="zh-TW" altLang="en-US" dirty="0">
                  <a:solidFill>
                    <a:srgbClr val="FF0000"/>
                  </a:solidFill>
                  <a:highlight>
                    <a:srgbClr val="C0C0C0"/>
                  </a:highlight>
                </a:endParaRPr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EEC78089-2597-4A7E-97CA-559CB83923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364" y="5228163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14" r="-285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等腰三角形 33">
            <a:extLst>
              <a:ext uri="{FF2B5EF4-FFF2-40B4-BE49-F238E27FC236}">
                <a16:creationId xmlns:a16="http://schemas.microsoft.com/office/drawing/2014/main" id="{98C0A953-28C4-48A8-8DA0-AE3869601358}"/>
              </a:ext>
            </a:extLst>
          </p:cNvPr>
          <p:cNvSpPr/>
          <p:nvPr/>
        </p:nvSpPr>
        <p:spPr>
          <a:xfrm rot="16200000">
            <a:off x="3242640" y="1438270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FD971422-4A89-456A-BA8C-698DBFB7486A}"/>
              </a:ext>
            </a:extLst>
          </p:cNvPr>
          <p:cNvSpPr/>
          <p:nvPr/>
        </p:nvSpPr>
        <p:spPr>
          <a:xfrm>
            <a:off x="2676390" y="1441277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等腰三角形 35">
            <a:extLst>
              <a:ext uri="{FF2B5EF4-FFF2-40B4-BE49-F238E27FC236}">
                <a16:creationId xmlns:a16="http://schemas.microsoft.com/office/drawing/2014/main" id="{A42590E8-4115-4846-976B-1D30AD888DE2}"/>
              </a:ext>
            </a:extLst>
          </p:cNvPr>
          <p:cNvSpPr/>
          <p:nvPr/>
        </p:nvSpPr>
        <p:spPr>
          <a:xfrm rot="16200000">
            <a:off x="3263811" y="4137212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D46516ED-5C0F-4791-BD8D-3439CC2E2AD7}"/>
              </a:ext>
            </a:extLst>
          </p:cNvPr>
          <p:cNvSpPr/>
          <p:nvPr/>
        </p:nvSpPr>
        <p:spPr>
          <a:xfrm>
            <a:off x="2697561" y="4140219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9A717492-D265-4399-AB1D-FFEDADE5FA09}"/>
              </a:ext>
            </a:extLst>
          </p:cNvPr>
          <p:cNvSpPr/>
          <p:nvPr/>
        </p:nvSpPr>
        <p:spPr>
          <a:xfrm rot="16200000">
            <a:off x="5532512" y="1872754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7BE8FE13-951D-4BD5-B146-A703C940513C}"/>
              </a:ext>
            </a:extLst>
          </p:cNvPr>
          <p:cNvSpPr/>
          <p:nvPr/>
        </p:nvSpPr>
        <p:spPr>
          <a:xfrm>
            <a:off x="4966262" y="1875761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等腰三角形 39">
            <a:extLst>
              <a:ext uri="{FF2B5EF4-FFF2-40B4-BE49-F238E27FC236}">
                <a16:creationId xmlns:a16="http://schemas.microsoft.com/office/drawing/2014/main" id="{A9D41EA4-22C3-4338-8C68-6E9EEB18D710}"/>
              </a:ext>
            </a:extLst>
          </p:cNvPr>
          <p:cNvSpPr/>
          <p:nvPr/>
        </p:nvSpPr>
        <p:spPr>
          <a:xfrm rot="16200000">
            <a:off x="5582098" y="3619561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59EA5F2-085A-4297-A2A9-AEC8767C047F}"/>
              </a:ext>
            </a:extLst>
          </p:cNvPr>
          <p:cNvSpPr/>
          <p:nvPr/>
        </p:nvSpPr>
        <p:spPr>
          <a:xfrm>
            <a:off x="5015848" y="3622568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8A2BA597-7A0B-4A4D-8728-0021F6C5CE08}"/>
                  </a:ext>
                </a:extLst>
              </p:cNvPr>
              <p:cNvSpPr/>
              <p:nvPr/>
            </p:nvSpPr>
            <p:spPr>
              <a:xfrm>
                <a:off x="5029020" y="3612783"/>
                <a:ext cx="606640" cy="6667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8A2BA597-7A0B-4A4D-8728-0021F6C5CE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020" y="3612783"/>
                <a:ext cx="606640" cy="6667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CD7D899A-33DC-4C2E-AAC9-2BB72FA5C9A0}"/>
                  </a:ext>
                </a:extLst>
              </p:cNvPr>
              <p:cNvSpPr/>
              <p:nvPr/>
            </p:nvSpPr>
            <p:spPr>
              <a:xfrm>
                <a:off x="4987781" y="1860245"/>
                <a:ext cx="604974" cy="665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CD7D899A-33DC-4C2E-AAC9-2BB72FA5C9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781" y="1860245"/>
                <a:ext cx="604974" cy="6653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0D48963C-97DF-402E-BC4C-CF2AA3952BAE}"/>
                  </a:ext>
                </a:extLst>
              </p:cNvPr>
              <p:cNvSpPr/>
              <p:nvPr/>
            </p:nvSpPr>
            <p:spPr>
              <a:xfrm>
                <a:off x="5610952" y="1805891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0D48963C-97DF-402E-BC4C-CF2AA3952B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952" y="1805891"/>
                <a:ext cx="887744" cy="66620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4E765F61-19BE-4CF3-AD84-AEAA00A24B98}"/>
                  </a:ext>
                </a:extLst>
              </p:cNvPr>
              <p:cNvSpPr/>
              <p:nvPr/>
            </p:nvSpPr>
            <p:spPr>
              <a:xfrm>
                <a:off x="5644496" y="3579177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4E765F61-19BE-4CF3-AD84-AEAA00A24B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496" y="3579177"/>
                <a:ext cx="887744" cy="66620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83E6184C-CFF2-40AC-A39F-1EFFE2C7C749}"/>
                  </a:ext>
                </a:extLst>
              </p:cNvPr>
              <p:cNvSpPr/>
              <p:nvPr/>
            </p:nvSpPr>
            <p:spPr>
              <a:xfrm>
                <a:off x="2702872" y="1415841"/>
                <a:ext cx="604974" cy="6657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83E6184C-CFF2-40AC-A39F-1EFFE2C7C7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872" y="1415841"/>
                <a:ext cx="604974" cy="66576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813734DE-45BD-4793-B92D-AF8E8C479F12}"/>
                  </a:ext>
                </a:extLst>
              </p:cNvPr>
              <p:cNvSpPr/>
              <p:nvPr/>
            </p:nvSpPr>
            <p:spPr>
              <a:xfrm>
                <a:off x="3269829" y="1368836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813734DE-45BD-4793-B92D-AF8E8C479F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829" y="1368836"/>
                <a:ext cx="887744" cy="66620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D4F1A7FB-AFE1-48F4-B7E0-1DF887C38F58}"/>
                  </a:ext>
                </a:extLst>
              </p:cNvPr>
              <p:cNvSpPr/>
              <p:nvPr/>
            </p:nvSpPr>
            <p:spPr>
              <a:xfrm>
                <a:off x="2731457" y="4120101"/>
                <a:ext cx="604974" cy="6660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D4F1A7FB-AFE1-48F4-B7E0-1DF887C38F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457" y="4120101"/>
                <a:ext cx="604974" cy="66608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1281A9D1-386A-44DB-8755-799EDCCD4CD5}"/>
                  </a:ext>
                </a:extLst>
              </p:cNvPr>
              <p:cNvSpPr/>
              <p:nvPr/>
            </p:nvSpPr>
            <p:spPr>
              <a:xfrm>
                <a:off x="3286604" y="4145336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1281A9D1-386A-44DB-8755-799EDCCD4C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604" y="4145336"/>
                <a:ext cx="887744" cy="66620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D694A533-FD59-485E-82CA-1AA3AEE7A496}"/>
                  </a:ext>
                </a:extLst>
              </p:cNvPr>
              <p:cNvSpPr/>
              <p:nvPr/>
            </p:nvSpPr>
            <p:spPr>
              <a:xfrm>
                <a:off x="4154091" y="1618002"/>
                <a:ext cx="790666" cy="5339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D694A533-FD59-485E-82CA-1AA3AEE7A4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091" y="1618002"/>
                <a:ext cx="790666" cy="53392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54DC8CA4-0EF0-40A9-8468-B9C869C2F2EC}"/>
                  </a:ext>
                </a:extLst>
              </p:cNvPr>
              <p:cNvSpPr/>
              <p:nvPr/>
            </p:nvSpPr>
            <p:spPr>
              <a:xfrm>
                <a:off x="3952920" y="2296115"/>
                <a:ext cx="790666" cy="5339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54DC8CA4-0EF0-40A9-8468-B9C869C2F2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920" y="2296115"/>
                <a:ext cx="790666" cy="53392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B86CEE4D-1F4A-4CC1-B790-9AA6C565D2AC}"/>
                  </a:ext>
                </a:extLst>
              </p:cNvPr>
              <p:cNvSpPr/>
              <p:nvPr/>
            </p:nvSpPr>
            <p:spPr>
              <a:xfrm>
                <a:off x="3908062" y="3415408"/>
                <a:ext cx="790666" cy="5328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B86CEE4D-1F4A-4CC1-B790-9AA6C565D2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062" y="3415408"/>
                <a:ext cx="790666" cy="53283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A095BED3-1783-47D0-A49E-052DEFE02EFF}"/>
                  </a:ext>
                </a:extLst>
              </p:cNvPr>
              <p:cNvSpPr/>
              <p:nvPr/>
            </p:nvSpPr>
            <p:spPr>
              <a:xfrm>
                <a:off x="4156196" y="3976566"/>
                <a:ext cx="790666" cy="534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A095BED3-1783-47D0-A49E-052DEFE02E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196" y="3976566"/>
                <a:ext cx="790666" cy="53418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D140AB35-B21D-4CE3-8597-42FC139CD32D}"/>
                  </a:ext>
                </a:extLst>
              </p:cNvPr>
              <p:cNvSpPr/>
              <p:nvPr/>
            </p:nvSpPr>
            <p:spPr>
              <a:xfrm>
                <a:off x="1689077" y="1743911"/>
                <a:ext cx="790666" cy="532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D140AB35-B21D-4CE3-8597-42FC139CD3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077" y="1743911"/>
                <a:ext cx="790666" cy="53239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4F9AD2F9-3D45-4143-B0C6-32E6F0419999}"/>
                  </a:ext>
                </a:extLst>
              </p:cNvPr>
              <p:cNvSpPr/>
              <p:nvPr/>
            </p:nvSpPr>
            <p:spPr>
              <a:xfrm>
                <a:off x="1433120" y="2474759"/>
                <a:ext cx="790666" cy="532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4F9AD2F9-3D45-4143-B0C6-32E6F0419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120" y="2474759"/>
                <a:ext cx="790666" cy="53239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3B2D9FFC-B86D-49B1-AAC6-3DA7AC389419}"/>
                  </a:ext>
                </a:extLst>
              </p:cNvPr>
              <p:cNvSpPr/>
              <p:nvPr/>
            </p:nvSpPr>
            <p:spPr>
              <a:xfrm>
                <a:off x="1345049" y="3301578"/>
                <a:ext cx="790666" cy="5336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3B2D9FFC-B86D-49B1-AAC6-3DA7AC3894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049" y="3301578"/>
                <a:ext cx="790666" cy="53367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6B9274BA-77E1-47CE-B2BA-244A1BBF0FB2}"/>
                  </a:ext>
                </a:extLst>
              </p:cNvPr>
              <p:cNvSpPr/>
              <p:nvPr/>
            </p:nvSpPr>
            <p:spPr>
              <a:xfrm>
                <a:off x="1712885" y="3943451"/>
                <a:ext cx="790666" cy="532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6B9274BA-77E1-47CE-B2BA-244A1BBF0F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885" y="3943451"/>
                <a:ext cx="790666" cy="53239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7B629CB-650B-452E-89AB-BDEB3DC73979}"/>
                  </a:ext>
                </a:extLst>
              </p:cNvPr>
              <p:cNvSpPr/>
              <p:nvPr/>
            </p:nvSpPr>
            <p:spPr>
              <a:xfrm>
                <a:off x="3262930" y="2607478"/>
                <a:ext cx="931665" cy="8093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TW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0.1315</m:t>
                    </m:r>
                  </m:oMath>
                </a14:m>
                <a:r>
                  <a:rPr lang="en-US" altLang="zh-TW" dirty="0"/>
                  <a:t> </a:t>
                </a:r>
                <a:endParaRPr lang="en-US" altLang="zh-TW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7B629CB-650B-452E-89AB-BDEB3DC739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930" y="2607478"/>
                <a:ext cx="931665" cy="80938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7213F6BD-1127-461B-AF42-02249F0958EA}"/>
                  </a:ext>
                </a:extLst>
              </p:cNvPr>
              <p:cNvSpPr/>
              <p:nvPr/>
            </p:nvSpPr>
            <p:spPr>
              <a:xfrm>
                <a:off x="5621609" y="2627051"/>
                <a:ext cx="931665" cy="8106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0.0149</m:t>
                      </m:r>
                    </m:oMath>
                  </m:oMathPara>
                </a14:m>
                <a:endParaRPr lang="en-US" altLang="zh-TW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7213F6BD-1127-461B-AF42-02249F0958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609" y="2627051"/>
                <a:ext cx="931665" cy="81067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AA2345D3-BE30-40AE-B0F2-0EE083B9A3BF}"/>
                  </a:ext>
                </a:extLst>
              </p:cNvPr>
              <p:cNvSpPr/>
              <p:nvPr/>
            </p:nvSpPr>
            <p:spPr>
              <a:xfrm>
                <a:off x="3347551" y="5143230"/>
                <a:ext cx="825932" cy="8093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0.128</m:t>
                      </m:r>
                    </m:oMath>
                  </m:oMathPara>
                </a14:m>
                <a:endParaRPr lang="en-US" altLang="zh-TW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AA2345D3-BE30-40AE-B0F2-0EE083B9A3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551" y="5143230"/>
                <a:ext cx="825932" cy="80938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8BF51ED7-59D8-4360-88C6-A39192BD5767}"/>
                  </a:ext>
                </a:extLst>
              </p:cNvPr>
              <p:cNvSpPr/>
              <p:nvPr/>
            </p:nvSpPr>
            <p:spPr>
              <a:xfrm>
                <a:off x="5640827" y="5134752"/>
                <a:ext cx="1104790" cy="8093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−0.0265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8BF51ED7-59D8-4360-88C6-A39192BD57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0827" y="5134752"/>
                <a:ext cx="1104790" cy="80938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0521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5745767-513C-4896-AFE6-7717D88DEB7B}"/>
              </a:ext>
            </a:extLst>
          </p:cNvPr>
          <p:cNvSpPr txBox="1"/>
          <p:nvPr/>
        </p:nvSpPr>
        <p:spPr>
          <a:xfrm>
            <a:off x="3233682" y="2454047"/>
            <a:ext cx="5724644" cy="1069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4800" dirty="0">
                <a:solidFill>
                  <a:schemeClr val="tx1"/>
                </a:solidFill>
              </a:rPr>
              <a:t>重新計算</a:t>
            </a:r>
            <a:r>
              <a:rPr lang="zh-TW" altLang="en-US" sz="4800" dirty="0">
                <a:solidFill>
                  <a:srgbClr val="FF0000"/>
                </a:solidFill>
              </a:rPr>
              <a:t>神經元</a:t>
            </a:r>
            <a:r>
              <a:rPr lang="zh-TW" altLang="en-US" sz="4800" dirty="0"/>
              <a:t>的值</a:t>
            </a:r>
            <a:endParaRPr lang="en-US" altLang="zh-TW" sz="4800" dirty="0"/>
          </a:p>
        </p:txBody>
      </p:sp>
    </p:spTree>
    <p:extLst>
      <p:ext uri="{BB962C8B-B14F-4D97-AF65-F5344CB8AC3E}">
        <p14:creationId xmlns:p14="http://schemas.microsoft.com/office/powerpoint/2010/main" val="27991756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橢圓 1">
            <a:extLst>
              <a:ext uri="{FF2B5EF4-FFF2-40B4-BE49-F238E27FC236}">
                <a16:creationId xmlns:a16="http://schemas.microsoft.com/office/drawing/2014/main" id="{A5624221-6ACF-40EE-85E0-4996E4074F42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FD854111-E77E-42C4-AB2D-F4C46E5B2127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365BDF15-3382-4688-932C-3798E118A241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6FAA1AE-771B-4C97-9B66-9CF325D85564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5F03909-F7CC-468E-8C50-83B40C0A5D61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52F770D-67D0-482E-9E89-090795C78F29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28D5AA4-CF84-44FA-857E-73DBC7D44978}"/>
              </a:ext>
            </a:extLst>
          </p:cNvPr>
          <p:cNvCxnSpPr>
            <a:stCxn id="2" idx="6"/>
            <a:endCxn id="4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3ED9C7E-FB16-49E6-AF93-26C6F9AB8FAE}"/>
              </a:ext>
            </a:extLst>
          </p:cNvPr>
          <p:cNvCxnSpPr>
            <a:stCxn id="2" idx="6"/>
            <a:endCxn id="5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FCDB6ED-DFCA-4853-8020-9A3F7181B99F}"/>
              </a:ext>
            </a:extLst>
          </p:cNvPr>
          <p:cNvCxnSpPr>
            <a:cxnSpLocks/>
            <a:stCxn id="3" idx="6"/>
            <a:endCxn id="4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10BC81A-B453-42E1-B043-4B411B9AFA57}"/>
              </a:ext>
            </a:extLst>
          </p:cNvPr>
          <p:cNvCxnSpPr>
            <a:stCxn id="3" idx="6"/>
            <a:endCxn id="5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DA4F31D-1C5E-4892-B2DB-AA6EC24193C5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3E7B70AD-89B0-4001-B6A8-777F7F808585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F185015-8736-4A63-ABD3-2C85272F1726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D632A24E-CA09-4EEB-AB54-85057D89F1EB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7257730A-68D6-48C0-BABA-9B80C34C5F92}"/>
              </a:ext>
            </a:extLst>
          </p:cNvPr>
          <p:cNvCxnSpPr>
            <a:endCxn id="4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6706E8BA-6ED6-4D28-A358-60A56343E095}"/>
              </a:ext>
            </a:extLst>
          </p:cNvPr>
          <p:cNvCxnSpPr>
            <a:stCxn id="5" idx="0"/>
            <a:endCxn id="5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90DB4751-F447-4FB8-87D6-895820BE8E34}"/>
              </a:ext>
            </a:extLst>
          </p:cNvPr>
          <p:cNvCxnSpPr>
            <a:stCxn id="6" idx="0"/>
            <a:endCxn id="6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BA891512-2C82-4322-B830-4D4093F85035}"/>
              </a:ext>
            </a:extLst>
          </p:cNvPr>
          <p:cNvCxnSpPr>
            <a:stCxn id="7" idx="0"/>
            <a:endCxn id="7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9A2453A-868F-4E4D-AD72-0E5B50E98D06}"/>
              </a:ext>
            </a:extLst>
          </p:cNvPr>
          <p:cNvCxnSpPr>
            <a:cxnSpLocks/>
            <a:stCxn id="4" idx="2"/>
            <a:endCxn id="22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12C55B0E-BADA-4226-B67D-C7458DF3973B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14640DDC-8F99-4D89-BED1-D1A9B666F5FE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0A23C5-16D9-4C18-8CBE-A5FA0296BF77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0BF9B2D5-DA7C-421F-8EFB-F6E64BCB88D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60CC5700-802B-4770-97F3-DE60EEC337B2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84B4B6A9-E316-4C59-B6EF-41197EF0CB4A}"/>
              </a:ext>
            </a:extLst>
          </p:cNvPr>
          <p:cNvCxnSpPr>
            <a:cxnSpLocks/>
            <a:stCxn id="7" idx="2"/>
            <a:endCxn id="27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9531731D-5387-446F-962C-4D162504E2F7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套索 27">
            <a:extLst>
              <a:ext uri="{FF2B5EF4-FFF2-40B4-BE49-F238E27FC236}">
                <a16:creationId xmlns:a16="http://schemas.microsoft.com/office/drawing/2014/main" id="{8E753C6F-71B2-465C-B823-229DC92561F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套索 28">
            <a:extLst>
              <a:ext uri="{FF2B5EF4-FFF2-40B4-BE49-F238E27FC236}">
                <a16:creationId xmlns:a16="http://schemas.microsoft.com/office/drawing/2014/main" id="{989E5857-40F6-4E5F-8882-00264B460E27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套索 29">
            <a:extLst>
              <a:ext uri="{FF2B5EF4-FFF2-40B4-BE49-F238E27FC236}">
                <a16:creationId xmlns:a16="http://schemas.microsoft.com/office/drawing/2014/main" id="{7E105618-254D-40C2-9D7C-A4FD9EFED982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套索 30">
            <a:extLst>
              <a:ext uri="{FF2B5EF4-FFF2-40B4-BE49-F238E27FC236}">
                <a16:creationId xmlns:a16="http://schemas.microsoft.com/office/drawing/2014/main" id="{C8A5F669-24BF-470B-83C8-BBCF94AC64DA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F9C4C8F1-01A1-49F6-83B8-C660588EF63D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F9C4C8F1-01A1-49F6-83B8-C660588EF6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C1558812-6FF9-4C1E-844C-FBEB55EB59B9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C1558812-6FF9-4C1E-844C-FBEB55EB5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5CAAB2E8-35DB-43F8-9F01-9984BD35EFBF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87716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>
                          <a:highlight>
                            <a:srgbClr val="00FF00"/>
                          </a:highlight>
                        </a:rPr>
                        <m:t>0.2497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5CAAB2E8-35DB-43F8-9F01-9984BD35EF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877163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2DD6F3A5-4096-4684-A4DB-DE568680D403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81945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00FF00"/>
                    </a:highlight>
                  </a:rPr>
                  <a:t>0.1296</a:t>
                </a:r>
                <a:endParaRPr lang="zh-TW" altLang="en-US" dirty="0">
                  <a:solidFill>
                    <a:srgbClr val="FF0000"/>
                  </a:solidFill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2DD6F3A5-4096-4684-A4DB-DE568680D4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819455" cy="646331"/>
              </a:xfrm>
              <a:prstGeom prst="rect">
                <a:avLst/>
              </a:prstGeom>
              <a:blipFill>
                <a:blip r:embed="rId5"/>
                <a:stretch>
                  <a:fillRect l="-5926" r="-666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546EE7A2-9D13-42D0-8103-9E291C9E0C82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81945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00FF00"/>
                    </a:highlight>
                  </a:rPr>
                  <a:t>0.2967</a:t>
                </a:r>
                <a:endParaRPr lang="zh-TW" altLang="en-US" dirty="0">
                  <a:solidFill>
                    <a:srgbClr val="FF0000"/>
                  </a:solidFill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546EE7A2-9D13-42D0-8103-9E291C9E0C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819455" cy="646331"/>
              </a:xfrm>
              <a:prstGeom prst="rect">
                <a:avLst/>
              </a:prstGeom>
              <a:blipFill>
                <a:blip r:embed="rId6"/>
                <a:stretch>
                  <a:fillRect l="-5926" r="-666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6E6AA1AE-A32E-42B4-905D-76976C797224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>
                          <a:highlight>
                            <a:srgbClr val="00FF00"/>
                          </a:highlight>
                        </a:rPr>
                        <m:t>0.4199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6E6AA1AE-A32E-42B4-905D-76976C7972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877163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35428CA7-B9F0-4471-A046-6C913957A956}"/>
                  </a:ext>
                </a:extLst>
              </p:cNvPr>
              <p:cNvSpPr/>
              <p:nvPr/>
            </p:nvSpPr>
            <p:spPr>
              <a:xfrm>
                <a:off x="2609982" y="2761168"/>
                <a:ext cx="87716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highlight>
                      <a:srgbClr val="00FF00"/>
                    </a:highlight>
                  </a:rPr>
                  <a:t>0.4068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35428CA7-B9F0-4471-A046-6C913957A9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982" y="2761168"/>
                <a:ext cx="877162" cy="646331"/>
              </a:xfrm>
              <a:prstGeom prst="rect">
                <a:avLst/>
              </a:prstGeom>
              <a:blipFill>
                <a:blip r:embed="rId8"/>
                <a:stretch>
                  <a:fillRect l="-2778" r="-27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355CE58A-4F9E-4FA8-8010-10B59CDE2F2F}"/>
                  </a:ext>
                </a:extLst>
              </p:cNvPr>
              <p:cNvSpPr/>
              <p:nvPr/>
            </p:nvSpPr>
            <p:spPr>
              <a:xfrm>
                <a:off x="2562463" y="5259169"/>
                <a:ext cx="93297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highlight>
                      <a:srgbClr val="00FF00"/>
                    </a:highlight>
                  </a:rPr>
                  <a:t>0.6685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355CE58A-4F9E-4FA8-8010-10B59CDE2F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463" y="5259169"/>
                <a:ext cx="932976" cy="646331"/>
              </a:xfrm>
              <a:prstGeom prst="rect">
                <a:avLst/>
              </a:prstGeom>
              <a:blipFill>
                <a:blip r:embed="rId9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05D815F2-86C4-4FB2-98AE-3C9BC776DFD2}"/>
                  </a:ext>
                </a:extLst>
              </p:cNvPr>
              <p:cNvSpPr/>
              <p:nvPr/>
            </p:nvSpPr>
            <p:spPr>
              <a:xfrm>
                <a:off x="4794398" y="2766684"/>
                <a:ext cx="95537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highlight>
                      <a:srgbClr val="00FF00"/>
                    </a:highlight>
                  </a:rPr>
                  <a:t>0.4072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05D815F2-86C4-4FB2-98AE-3C9BC776D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398" y="2766684"/>
                <a:ext cx="955378" cy="646331"/>
              </a:xfrm>
              <a:prstGeom prst="rect">
                <a:avLst/>
              </a:prstGeom>
              <a:blipFill>
                <a:blip r:embed="rId10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1B9392B9-357C-4475-B87D-102E7DA00C5F}"/>
                  </a:ext>
                </a:extLst>
              </p:cNvPr>
              <p:cNvSpPr/>
              <p:nvPr/>
            </p:nvSpPr>
            <p:spPr>
              <a:xfrm>
                <a:off x="4815125" y="5259169"/>
                <a:ext cx="93297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highlight>
                      <a:srgbClr val="00FF00"/>
                    </a:highlight>
                  </a:rPr>
                  <a:t>0.6726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1B9392B9-357C-4475-B87D-102E7DA00C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125" y="5259169"/>
                <a:ext cx="932976" cy="646331"/>
              </a:xfrm>
              <a:prstGeom prst="rect">
                <a:avLst/>
              </a:prstGeom>
              <a:blipFill>
                <a:blip r:embed="rId11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B9D115A6-AC3A-4AA6-8181-B43E0756A2E2}"/>
                  </a:ext>
                </a:extLst>
              </p:cNvPr>
              <p:cNvSpPr/>
              <p:nvPr/>
            </p:nvSpPr>
            <p:spPr>
              <a:xfrm>
                <a:off x="2584882" y="1333715"/>
                <a:ext cx="81945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0.4859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B9D115A6-AC3A-4AA6-8181-B43E0756A2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882" y="1333715"/>
                <a:ext cx="819455" cy="646331"/>
              </a:xfrm>
              <a:prstGeom prst="rect">
                <a:avLst/>
              </a:prstGeom>
              <a:blipFill>
                <a:blip r:embed="rId12"/>
                <a:stretch>
                  <a:fillRect l="-5970" r="-7463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94FB40D9-C7F2-4B3A-A773-4A212EAAF240}"/>
                  </a:ext>
                </a:extLst>
              </p:cNvPr>
              <p:cNvSpPr/>
              <p:nvPr/>
            </p:nvSpPr>
            <p:spPr>
              <a:xfrm>
                <a:off x="3242679" y="1347460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>
                          <a:highlight>
                            <a:srgbClr val="FFFF00"/>
                          </a:highlight>
                        </a:rPr>
                        <m:t>0.6191</m:t>
                      </m:r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94FB40D9-C7F2-4B3A-A773-4A212EAAF2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679" y="1347460"/>
                <a:ext cx="877163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811712A4-EF69-4F0D-ABEF-4864169B4FAA}"/>
                  </a:ext>
                </a:extLst>
              </p:cNvPr>
              <p:cNvSpPr/>
              <p:nvPr/>
            </p:nvSpPr>
            <p:spPr>
              <a:xfrm>
                <a:off x="2657834" y="4117113"/>
                <a:ext cx="81945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0.7393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811712A4-EF69-4F0D-ABEF-4864169B4F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834" y="4117113"/>
                <a:ext cx="819455" cy="646331"/>
              </a:xfrm>
              <a:prstGeom prst="rect">
                <a:avLst/>
              </a:prstGeom>
              <a:blipFill>
                <a:blip r:embed="rId14"/>
                <a:stretch>
                  <a:fillRect l="-6716" r="-671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7813FDDD-BDBB-4881-B420-172271FE0981}"/>
                  </a:ext>
                </a:extLst>
              </p:cNvPr>
              <p:cNvSpPr/>
              <p:nvPr/>
            </p:nvSpPr>
            <p:spPr>
              <a:xfrm>
                <a:off x="3274161" y="4111407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>
                          <a:highlight>
                            <a:srgbClr val="FFFF00"/>
                          </a:highlight>
                        </a:rPr>
                        <m:t>0.6702</m:t>
                      </m:r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7813FDDD-BDBB-4881-B420-172271FE09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161" y="4111407"/>
                <a:ext cx="877163" cy="6463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EFDF51E4-A619-4B32-87D0-C572B5611D04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87716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>
                          <a:highlight>
                            <a:srgbClr val="00FF00"/>
                          </a:highlight>
                        </a:rPr>
                        <m:t>0.8416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EFDF51E4-A619-4B32-87D0-C572B5611D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877163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95C74BE6-1944-468D-9800-8589EEAE1C3B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819455" cy="7347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highlight>
                      <a:srgbClr val="00FF00"/>
                    </a:highlight>
                  </a:rPr>
                  <a:t>0.5328</a:t>
                </a:r>
                <a:endParaRPr lang="en-US" altLang="zh-TW" i="1" dirty="0">
                  <a:solidFill>
                    <a:prstClr val="black"/>
                  </a:solidFill>
                  <a:highlight>
                    <a:srgbClr val="00FF00"/>
                  </a:highlight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95C74BE6-1944-468D-9800-8589EEAE1C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819455" cy="734753"/>
              </a:xfrm>
              <a:prstGeom prst="rect">
                <a:avLst/>
              </a:prstGeom>
              <a:blipFill>
                <a:blip r:embed="rId17"/>
                <a:stretch>
                  <a:fillRect l="-5926" r="-6667" b="-12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ABF7966-1F1B-485A-9D47-2C217CE2B95D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81945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00FF00"/>
                    </a:highlight>
                  </a:rPr>
                  <a:t>0.6626</a:t>
                </a:r>
                <a:endParaRPr lang="zh-TW" altLang="en-US" dirty="0">
                  <a:solidFill>
                    <a:srgbClr val="FF0000"/>
                  </a:solidFill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ABF7966-1F1B-485A-9D47-2C217CE2B9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819455" cy="646331"/>
              </a:xfrm>
              <a:prstGeom prst="rect">
                <a:avLst/>
              </a:prstGeom>
              <a:blipFill>
                <a:blip r:embed="rId18"/>
                <a:stretch>
                  <a:fillRect l="-5926" r="-666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94C50E33-3D11-44E8-8695-C43B71A257C3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>
                          <a:highlight>
                            <a:srgbClr val="00FF00"/>
                          </a:highlight>
                        </a:rPr>
                        <m:t>0.5216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94C50E33-3D11-44E8-8695-C43B71A257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877163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8DE03EA5-C16B-407F-9804-28EBFBDD6B8D}"/>
                  </a:ext>
                </a:extLst>
              </p:cNvPr>
              <p:cNvSpPr/>
              <p:nvPr/>
            </p:nvSpPr>
            <p:spPr>
              <a:xfrm>
                <a:off x="4935851" y="1792709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>
                          <a:highlight>
                            <a:srgbClr val="DBDBDB"/>
                          </a:highlight>
                        </a:rPr>
                        <m:t>1.1744</m:t>
                      </m:r>
                    </m:oMath>
                  </m:oMathPara>
                </a14:m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8DE03EA5-C16B-407F-9804-28EBFBDD6B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851" y="1792709"/>
                <a:ext cx="877163" cy="64633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35A476ED-2692-4A2D-937B-84890272C2B8}"/>
                  </a:ext>
                </a:extLst>
              </p:cNvPr>
              <p:cNvSpPr/>
              <p:nvPr/>
            </p:nvSpPr>
            <p:spPr>
              <a:xfrm>
                <a:off x="5600630" y="1801593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>
                          <a:highlight>
                            <a:srgbClr val="FFFF00"/>
                          </a:highlight>
                        </a:rPr>
                        <m:t>0.7639</m:t>
                      </m:r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35A476ED-2692-4A2D-937B-84890272C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630" y="1801593"/>
                <a:ext cx="877163" cy="646331"/>
              </a:xfrm>
              <a:prstGeom prst="rect">
                <a:avLst/>
              </a:prstGeom>
              <a:blipFill>
                <a:blip r:embed="rId21"/>
                <a:stretch>
                  <a:fillRect t="-28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243576A5-C26E-4790-B3E2-767FAFAB1A2A}"/>
                  </a:ext>
                </a:extLst>
              </p:cNvPr>
              <p:cNvSpPr/>
              <p:nvPr/>
            </p:nvSpPr>
            <p:spPr>
              <a:xfrm>
                <a:off x="4931410" y="3516076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>
                          <a:solidFill>
                            <a:prstClr val="black"/>
                          </a:solidFill>
                          <a:highlight>
                            <a:srgbClr val="DBDBDB"/>
                          </a:highlight>
                        </a:rPr>
                        <m:t>1.5432</m:t>
                      </m:r>
                    </m:oMath>
                  </m:oMathPara>
                </a14:m>
                <a:endParaRPr lang="zh-TW" alt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243576A5-C26E-4790-B3E2-767FAFAB1A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410" y="3516076"/>
                <a:ext cx="877163" cy="64633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86403827-E539-43F4-8212-786B2D044530}"/>
                  </a:ext>
                </a:extLst>
              </p:cNvPr>
              <p:cNvSpPr/>
              <p:nvPr/>
            </p:nvSpPr>
            <p:spPr>
              <a:xfrm>
                <a:off x="5600630" y="3529011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>
                          <a:highlight>
                            <a:srgbClr val="FFFF00"/>
                          </a:highlight>
                        </a:rPr>
                        <m:t>0.8239</m:t>
                      </m:r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86403827-E539-43F4-8212-786B2D0445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630" y="3529011"/>
                <a:ext cx="877163" cy="646331"/>
              </a:xfrm>
              <a:prstGeom prst="rect">
                <a:avLst/>
              </a:prstGeom>
              <a:blipFill>
                <a:blip r:embed="rId23"/>
                <a:stretch>
                  <a:fillRect t="-28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2">
            <a:extLst>
              <a:ext uri="{FF2B5EF4-FFF2-40B4-BE49-F238E27FC236}">
                <a16:creationId xmlns:a16="http://schemas.microsoft.com/office/drawing/2014/main" id="{22688829-BA57-4592-B923-71884B834C4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4400" dirty="0"/>
              <a:t>範例</a:t>
            </a:r>
            <a:r>
              <a:rPr lang="en-US" altLang="zh-TW" sz="4400" dirty="0"/>
              <a:t>(</a:t>
            </a:r>
            <a:r>
              <a:rPr lang="zh-TW" altLang="en-US" sz="4400" dirty="0"/>
              <a:t>權重更新後的</a:t>
            </a:r>
            <a:r>
              <a:rPr lang="en-US" altLang="zh-TW" sz="4400" dirty="0">
                <a:solidFill>
                  <a:srgbClr val="FF0000"/>
                </a:solidFill>
              </a:rPr>
              <a:t>Forward</a:t>
            </a:r>
            <a:r>
              <a:rPr lang="en-US" altLang="zh-TW" sz="44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B4E85EF2-AE67-400C-A3B7-21C66E2265EB}"/>
                  </a:ext>
                </a:extLst>
              </p:cNvPr>
              <p:cNvSpPr/>
              <p:nvPr/>
            </p:nvSpPr>
            <p:spPr>
              <a:xfrm>
                <a:off x="6685627" y="1247595"/>
                <a:ext cx="4722949" cy="175432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+ </m:t>
                      </m:r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+</m:t>
                      </m:r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b="0" dirty="0">
                    <a:solidFill>
                      <a:schemeClr val="tx1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*0.2967+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*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>
                        <a:solidFill>
                          <a:schemeClr val="tx1"/>
                        </a:solidFill>
                      </a:rPr>
                      <m:t>0.2497</m:t>
                    </m:r>
                    <m:r>
                      <m:rPr>
                        <m:nor/>
                      </m:rPr>
                      <a:rPr lang="en-US" altLang="zh-TW" b="0" i="0" dirty="0" smtClean="0">
                        <a:solidFill>
                          <a:schemeClr val="tx1"/>
                        </a:solidFill>
                      </a:rPr>
                      <m:t>+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chemeClr val="tx1"/>
                        </a:solidFill>
                      </a:rPr>
                      <m:t>0.4068</m:t>
                    </m:r>
                  </m:oMath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b="0" dirty="0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b="0" i="0" dirty="0" smtClean="0"/>
                      <m:t>= </m:t>
                    </m:r>
                    <m:r>
                      <m:rPr>
                        <m:nor/>
                      </m:rPr>
                      <a:rPr lang="en-US" altLang="zh-TW">
                        <a:highlight>
                          <a:srgbClr val="DBDBDB"/>
                        </a:highlight>
                      </a:rPr>
                      <m:t>0.4859</m:t>
                    </m:r>
                  </m:oMath>
                </a14:m>
                <a:endParaRPr lang="en-US" altLang="zh-TW" dirty="0">
                  <a:highlight>
                    <a:srgbClr val="DBDBDB"/>
                  </a:highlight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𝑠𝑖𝑔𝑚𝑜𝑖𝑑</m:t>
                    </m:r>
                    <m:d>
                      <m:dPr>
                        <m:ctrlP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>
                    <a:highlight>
                      <a:srgbClr val="FFFF00"/>
                    </a:highlight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>
                        <a:highlight>
                          <a:srgbClr val="FFFF00"/>
                        </a:highlight>
                      </a:rPr>
                      <m:t>0.6</m:t>
                    </m:r>
                    <m:r>
                      <m:rPr>
                        <m:nor/>
                      </m:rPr>
                      <a:rPr lang="en-US" altLang="zh-TW" b="0" i="0" smtClean="0">
                        <a:highlight>
                          <a:srgbClr val="FFFF00"/>
                        </a:highlight>
                      </a:rPr>
                      <m:t>191</m:t>
                    </m:r>
                  </m:oMath>
                </a14:m>
                <a:endParaRPr lang="zh-TW" altLang="en-US" dirty="0">
                  <a:solidFill>
                    <a:srgbClr val="0000FF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B4E85EF2-AE67-400C-A3B7-21C66E2265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627" y="1247595"/>
                <a:ext cx="4722949" cy="1754326"/>
              </a:xfrm>
              <a:prstGeom prst="rect">
                <a:avLst/>
              </a:prstGeom>
              <a:blipFill>
                <a:blip r:embed="rId24"/>
                <a:stretch>
                  <a:fillRect b="-17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BB5D156D-35AB-418F-8923-06B61C082C4E}"/>
                  </a:ext>
                </a:extLst>
              </p:cNvPr>
              <p:cNvSpPr/>
              <p:nvPr/>
            </p:nvSpPr>
            <p:spPr>
              <a:xfrm>
                <a:off x="6682902" y="3141090"/>
                <a:ext cx="4943492" cy="92333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</a:rPr>
                  <a:t>0.25* 0.1296 +0.02*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>
                        <a:solidFill>
                          <a:schemeClr val="tx1"/>
                        </a:solidFill>
                      </a:rPr>
                      <m:t>0.4199</m:t>
                    </m:r>
                    <m:r>
                      <m:rPr>
                        <m:nor/>
                      </m:rPr>
                      <a:rPr lang="en-US" altLang="zh-TW" b="0" i="0" dirty="0" smtClean="0">
                        <a:solidFill>
                          <a:schemeClr val="tx1"/>
                        </a:solidFill>
                      </a:rPr>
                      <m:t>+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chemeClr val="tx1"/>
                        </a:solidFill>
                      </a:rPr>
                      <m:t>0.6685</m:t>
                    </m:r>
                    <m:r>
                      <m:rPr>
                        <m:nor/>
                      </m:rPr>
                      <a:rPr lang="en-US" altLang="zh-TW" b="0" i="0" dirty="0" smtClean="0">
                        <a:solidFill>
                          <a:schemeClr val="tx1"/>
                        </a:solidFill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tx1"/>
                        </a:solidFill>
                        <a:highlight>
                          <a:srgbClr val="DBDBDB"/>
                        </a:highlight>
                      </a:rPr>
                      <m:t>0.7092</m:t>
                    </m:r>
                  </m:oMath>
                </a14:m>
                <a:endParaRPr lang="en-US" altLang="zh-TW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>
                          <a:highlight>
                            <a:srgbClr val="FFFF00"/>
                          </a:highlight>
                        </a:rPr>
                        <m:t>0.6702</m:t>
                      </m:r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BB5D156D-35AB-418F-8923-06B61C08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902" y="3141090"/>
                <a:ext cx="4943492" cy="92333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FD4E4862-880A-4E17-AD19-DAFD98195FAD}"/>
                  </a:ext>
                </a:extLst>
              </p:cNvPr>
              <p:cNvSpPr/>
              <p:nvPr/>
            </p:nvSpPr>
            <p:spPr>
              <a:xfrm>
                <a:off x="6672797" y="4203590"/>
                <a:ext cx="5090390" cy="92333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/>
                  <a:t>0.6191*0.6626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/>
                      <m:t>0.6702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</a:rPr>
                  <a:t>*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0.5328</m:t>
                    </m:r>
                    <m:r>
                      <m:rPr>
                        <m:nor/>
                      </m:rPr>
                      <a:rPr lang="en-US" altLang="zh-TW" b="0" i="0" dirty="0" smtClean="0">
                        <a:solidFill>
                          <a:schemeClr val="tx1"/>
                        </a:solidFill>
                      </a:rPr>
                      <m:t>+</m:t>
                    </m:r>
                    <m:r>
                      <m:rPr>
                        <m:nor/>
                      </m:rPr>
                      <a:rPr lang="en-US" altLang="zh-TW" dirty="0"/>
                      <m:t>0.4072</m:t>
                    </m:r>
                    <m:r>
                      <m:rPr>
                        <m:nor/>
                      </m:rPr>
                      <a:rPr lang="en-US" altLang="zh-TW" b="0" i="0" dirty="0" smtClean="0">
                        <a:solidFill>
                          <a:schemeClr val="tx1"/>
                        </a:solidFill>
                      </a:rPr>
                      <m:t>=</m:t>
                    </m:r>
                    <m:r>
                      <m:rPr>
                        <m:nor/>
                      </m:rPr>
                      <a:rPr lang="en-US" altLang="zh-TW">
                        <a:highlight>
                          <a:srgbClr val="DBDBDB"/>
                        </a:highlight>
                      </a:rPr>
                      <m:t>1.1744</m:t>
                    </m:r>
                  </m:oMath>
                </a14:m>
                <a:endParaRPr lang="en-US" altLang="zh-TW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>
                          <a:highlight>
                            <a:srgbClr val="FFFF00"/>
                          </a:highlight>
                        </a:rPr>
                        <m:t>0.7639</m:t>
                      </m:r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FD4E4862-880A-4E17-AD19-DAFD98195F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797" y="4203590"/>
                <a:ext cx="5090390" cy="92333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500A9C5-D5DB-4A38-A35F-181E5E1B5DD6}"/>
                  </a:ext>
                </a:extLst>
              </p:cNvPr>
              <p:cNvSpPr/>
              <p:nvPr/>
            </p:nvSpPr>
            <p:spPr>
              <a:xfrm>
                <a:off x="6685627" y="5276343"/>
                <a:ext cx="5090390" cy="92333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/>
                  <a:t> 0.6191*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0.8416</m:t>
                    </m:r>
                  </m:oMath>
                </a14:m>
                <a:r>
                  <a:rPr lang="en-US" altLang="zh-TW" dirty="0"/>
                  <a:t>+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/>
                      <m:t>0.6702</m:t>
                    </m:r>
                  </m:oMath>
                </a14:m>
                <a:r>
                  <a:rPr lang="en-US" altLang="zh-TW" dirty="0"/>
                  <a:t>*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0.5216+0.6726=</m:t>
                    </m:r>
                    <m:r>
                      <m:rPr>
                        <m:nor/>
                      </m:rPr>
                      <a:rPr lang="en-US" altLang="zh-TW">
                        <a:highlight>
                          <a:srgbClr val="DBDBDB"/>
                        </a:highlight>
                      </a:rPr>
                      <m:t>1.5432</m:t>
                    </m:r>
                  </m:oMath>
                </a14:m>
                <a:endParaRPr lang="en-US" altLang="zh-TW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e>
                      </m:d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>
                          <a:highlight>
                            <a:srgbClr val="FFFF00"/>
                          </a:highlight>
                        </a:rPr>
                        <m:t>0.8239</m:t>
                      </m:r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500A9C5-D5DB-4A38-A35F-181E5E1B5D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627" y="5276343"/>
                <a:ext cx="5090390" cy="92333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45566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5745767-513C-4896-AFE6-7717D88DEB7B}"/>
              </a:ext>
            </a:extLst>
          </p:cNvPr>
          <p:cNvSpPr txBox="1"/>
          <p:nvPr/>
        </p:nvSpPr>
        <p:spPr>
          <a:xfrm>
            <a:off x="4191472" y="2454047"/>
            <a:ext cx="3809056" cy="1069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4800" dirty="0">
                <a:solidFill>
                  <a:schemeClr val="tx1"/>
                </a:solidFill>
              </a:rPr>
              <a:t>重新計算</a:t>
            </a:r>
            <a:r>
              <a:rPr lang="en-US" altLang="zh-TW" sz="4800" i="1" dirty="0">
                <a:solidFill>
                  <a:srgbClr val="FF0000"/>
                </a:solidFill>
              </a:rPr>
              <a:t>Loss</a:t>
            </a:r>
          </a:p>
        </p:txBody>
      </p:sp>
    </p:spTree>
    <p:extLst>
      <p:ext uri="{BB962C8B-B14F-4D97-AF65-F5344CB8AC3E}">
        <p14:creationId xmlns:p14="http://schemas.microsoft.com/office/powerpoint/2010/main" val="10026639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爆炸: 十四角 68">
            <a:extLst>
              <a:ext uri="{FF2B5EF4-FFF2-40B4-BE49-F238E27FC236}">
                <a16:creationId xmlns:a16="http://schemas.microsoft.com/office/drawing/2014/main" id="{AC6B565B-8A3D-4565-BB13-D7FE6E311E86}"/>
              </a:ext>
            </a:extLst>
          </p:cNvPr>
          <p:cNvSpPr/>
          <p:nvPr/>
        </p:nvSpPr>
        <p:spPr>
          <a:xfrm rot="1015835">
            <a:off x="9002900" y="4349078"/>
            <a:ext cx="2960481" cy="1953685"/>
          </a:xfrm>
          <a:prstGeom prst="irregularSeal2">
            <a:avLst/>
          </a:prstGeom>
          <a:solidFill>
            <a:srgbClr val="FFFF00"/>
          </a:solidFill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A5624221-6ACF-40EE-85E0-4996E4074F42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FD854111-E77E-42C4-AB2D-F4C46E5B2127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365BDF15-3382-4688-932C-3798E118A241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6FAA1AE-771B-4C97-9B66-9CF325D85564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5F03909-F7CC-468E-8C50-83B40C0A5D61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052F770D-67D0-482E-9E89-090795C78F29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28D5AA4-CF84-44FA-857E-73DBC7D44978}"/>
              </a:ext>
            </a:extLst>
          </p:cNvPr>
          <p:cNvCxnSpPr>
            <a:stCxn id="2" idx="6"/>
            <a:endCxn id="4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3ED9C7E-FB16-49E6-AF93-26C6F9AB8FAE}"/>
              </a:ext>
            </a:extLst>
          </p:cNvPr>
          <p:cNvCxnSpPr>
            <a:stCxn id="2" idx="6"/>
            <a:endCxn id="5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FCDB6ED-DFCA-4853-8020-9A3F7181B99F}"/>
              </a:ext>
            </a:extLst>
          </p:cNvPr>
          <p:cNvCxnSpPr>
            <a:cxnSpLocks/>
            <a:stCxn id="3" idx="6"/>
            <a:endCxn id="4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10BC81A-B453-42E1-B043-4B411B9AFA57}"/>
              </a:ext>
            </a:extLst>
          </p:cNvPr>
          <p:cNvCxnSpPr>
            <a:stCxn id="3" idx="6"/>
            <a:endCxn id="5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DA4F31D-1C5E-4892-B2DB-AA6EC24193C5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3E7B70AD-89B0-4001-B6A8-777F7F808585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F185015-8736-4A63-ABD3-2C85272F1726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D632A24E-CA09-4EEB-AB54-85057D89F1EB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7257730A-68D6-48C0-BABA-9B80C34C5F92}"/>
              </a:ext>
            </a:extLst>
          </p:cNvPr>
          <p:cNvCxnSpPr>
            <a:endCxn id="4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6706E8BA-6ED6-4D28-A358-60A56343E095}"/>
              </a:ext>
            </a:extLst>
          </p:cNvPr>
          <p:cNvCxnSpPr>
            <a:stCxn id="5" idx="0"/>
            <a:endCxn id="5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90DB4751-F447-4FB8-87D6-895820BE8E34}"/>
              </a:ext>
            </a:extLst>
          </p:cNvPr>
          <p:cNvCxnSpPr>
            <a:stCxn id="6" idx="0"/>
            <a:endCxn id="6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BA891512-2C82-4322-B830-4D4093F85035}"/>
              </a:ext>
            </a:extLst>
          </p:cNvPr>
          <p:cNvCxnSpPr>
            <a:stCxn id="7" idx="0"/>
            <a:endCxn id="7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9A2453A-868F-4E4D-AD72-0E5B50E98D06}"/>
              </a:ext>
            </a:extLst>
          </p:cNvPr>
          <p:cNvCxnSpPr>
            <a:cxnSpLocks/>
            <a:stCxn id="4" idx="2"/>
            <a:endCxn id="22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12C55B0E-BADA-4226-B67D-C7458DF3973B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14640DDC-8F99-4D89-BED1-D1A9B666F5FE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0A23C5-16D9-4C18-8CBE-A5FA0296BF77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0BF9B2D5-DA7C-421F-8EFB-F6E64BCB88D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60CC5700-802B-4770-97F3-DE60EEC337B2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84B4B6A9-E316-4C59-B6EF-41197EF0CB4A}"/>
              </a:ext>
            </a:extLst>
          </p:cNvPr>
          <p:cNvCxnSpPr>
            <a:cxnSpLocks/>
            <a:stCxn id="7" idx="2"/>
            <a:endCxn id="27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9531731D-5387-446F-962C-4D162504E2F7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套索 27">
            <a:extLst>
              <a:ext uri="{FF2B5EF4-FFF2-40B4-BE49-F238E27FC236}">
                <a16:creationId xmlns:a16="http://schemas.microsoft.com/office/drawing/2014/main" id="{8E753C6F-71B2-465C-B823-229DC92561F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套索 28">
            <a:extLst>
              <a:ext uri="{FF2B5EF4-FFF2-40B4-BE49-F238E27FC236}">
                <a16:creationId xmlns:a16="http://schemas.microsoft.com/office/drawing/2014/main" id="{989E5857-40F6-4E5F-8882-00264B460E27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套索 29">
            <a:extLst>
              <a:ext uri="{FF2B5EF4-FFF2-40B4-BE49-F238E27FC236}">
                <a16:creationId xmlns:a16="http://schemas.microsoft.com/office/drawing/2014/main" id="{7E105618-254D-40C2-9D7C-A4FD9EFED982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套索 30">
            <a:extLst>
              <a:ext uri="{FF2B5EF4-FFF2-40B4-BE49-F238E27FC236}">
                <a16:creationId xmlns:a16="http://schemas.microsoft.com/office/drawing/2014/main" id="{C8A5F669-24BF-470B-83C8-BBCF94AC64DA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F9C4C8F1-01A1-49F6-83B8-C660588EF63D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F9C4C8F1-01A1-49F6-83B8-C660588EF6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C1558812-6FF9-4C1E-844C-FBEB55EB59B9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C1558812-6FF9-4C1E-844C-FBEB55EB5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5CAAB2E8-35DB-43F8-9F01-9984BD35EFBF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87716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>
                          <a:highlight>
                            <a:srgbClr val="00FF00"/>
                          </a:highlight>
                        </a:rPr>
                        <m:t>0.2497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5CAAB2E8-35DB-43F8-9F01-9984BD35EF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877163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2DD6F3A5-4096-4684-A4DB-DE568680D403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81945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00FF00"/>
                    </a:highlight>
                  </a:rPr>
                  <a:t>0.1296</a:t>
                </a:r>
                <a:endParaRPr lang="zh-TW" altLang="en-US" dirty="0">
                  <a:solidFill>
                    <a:srgbClr val="FF0000"/>
                  </a:solidFill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2DD6F3A5-4096-4684-A4DB-DE568680D4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819455" cy="646331"/>
              </a:xfrm>
              <a:prstGeom prst="rect">
                <a:avLst/>
              </a:prstGeom>
              <a:blipFill>
                <a:blip r:embed="rId5"/>
                <a:stretch>
                  <a:fillRect l="-5926" r="-666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546EE7A2-9D13-42D0-8103-9E291C9E0C82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81945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00FF00"/>
                    </a:highlight>
                  </a:rPr>
                  <a:t>0.2967</a:t>
                </a:r>
                <a:endParaRPr lang="zh-TW" altLang="en-US" dirty="0">
                  <a:solidFill>
                    <a:srgbClr val="FF0000"/>
                  </a:solidFill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546EE7A2-9D13-42D0-8103-9E291C9E0C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819455" cy="646331"/>
              </a:xfrm>
              <a:prstGeom prst="rect">
                <a:avLst/>
              </a:prstGeom>
              <a:blipFill>
                <a:blip r:embed="rId6"/>
                <a:stretch>
                  <a:fillRect l="-5926" r="-666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6E6AA1AE-A32E-42B4-905D-76976C797224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>
                          <a:highlight>
                            <a:srgbClr val="00FF00"/>
                          </a:highlight>
                        </a:rPr>
                        <m:t>0.4199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6E6AA1AE-A32E-42B4-905D-76976C7972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877163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35428CA7-B9F0-4471-A046-6C913957A956}"/>
                  </a:ext>
                </a:extLst>
              </p:cNvPr>
              <p:cNvSpPr/>
              <p:nvPr/>
            </p:nvSpPr>
            <p:spPr>
              <a:xfrm>
                <a:off x="2609982" y="2761168"/>
                <a:ext cx="87716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highlight>
                      <a:srgbClr val="00FF00"/>
                    </a:highlight>
                  </a:rPr>
                  <a:t>0.4068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35428CA7-B9F0-4471-A046-6C913957A9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982" y="2761168"/>
                <a:ext cx="877162" cy="646331"/>
              </a:xfrm>
              <a:prstGeom prst="rect">
                <a:avLst/>
              </a:prstGeom>
              <a:blipFill>
                <a:blip r:embed="rId8"/>
                <a:stretch>
                  <a:fillRect l="-2778" r="-27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355CE58A-4F9E-4FA8-8010-10B59CDE2F2F}"/>
                  </a:ext>
                </a:extLst>
              </p:cNvPr>
              <p:cNvSpPr/>
              <p:nvPr/>
            </p:nvSpPr>
            <p:spPr>
              <a:xfrm>
                <a:off x="2562463" y="5259169"/>
                <a:ext cx="93297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highlight>
                      <a:srgbClr val="00FF00"/>
                    </a:highlight>
                  </a:rPr>
                  <a:t>0.6685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355CE58A-4F9E-4FA8-8010-10B59CDE2F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463" y="5259169"/>
                <a:ext cx="932976" cy="646331"/>
              </a:xfrm>
              <a:prstGeom prst="rect">
                <a:avLst/>
              </a:prstGeom>
              <a:blipFill>
                <a:blip r:embed="rId9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05D815F2-86C4-4FB2-98AE-3C9BC776DFD2}"/>
                  </a:ext>
                </a:extLst>
              </p:cNvPr>
              <p:cNvSpPr/>
              <p:nvPr/>
            </p:nvSpPr>
            <p:spPr>
              <a:xfrm>
                <a:off x="4794398" y="2766684"/>
                <a:ext cx="95537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highlight>
                      <a:srgbClr val="00FF00"/>
                    </a:highlight>
                  </a:rPr>
                  <a:t>0.4072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05D815F2-86C4-4FB2-98AE-3C9BC776D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398" y="2766684"/>
                <a:ext cx="955378" cy="646331"/>
              </a:xfrm>
              <a:prstGeom prst="rect">
                <a:avLst/>
              </a:prstGeom>
              <a:blipFill>
                <a:blip r:embed="rId10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1B9392B9-357C-4475-B87D-102E7DA00C5F}"/>
                  </a:ext>
                </a:extLst>
              </p:cNvPr>
              <p:cNvSpPr/>
              <p:nvPr/>
            </p:nvSpPr>
            <p:spPr>
              <a:xfrm>
                <a:off x="4815125" y="5259169"/>
                <a:ext cx="93297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highlight>
                      <a:srgbClr val="00FF00"/>
                    </a:highlight>
                  </a:rPr>
                  <a:t>0.6726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1B9392B9-357C-4475-B87D-102E7DA00C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125" y="5259169"/>
                <a:ext cx="932976" cy="646331"/>
              </a:xfrm>
              <a:prstGeom prst="rect">
                <a:avLst/>
              </a:prstGeom>
              <a:blipFill>
                <a:blip r:embed="rId11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B9D115A6-AC3A-4AA6-8181-B43E0756A2E2}"/>
                  </a:ext>
                </a:extLst>
              </p:cNvPr>
              <p:cNvSpPr/>
              <p:nvPr/>
            </p:nvSpPr>
            <p:spPr>
              <a:xfrm>
                <a:off x="2584882" y="1333715"/>
                <a:ext cx="81945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0.4859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B9D115A6-AC3A-4AA6-8181-B43E0756A2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882" y="1333715"/>
                <a:ext cx="819455" cy="646331"/>
              </a:xfrm>
              <a:prstGeom prst="rect">
                <a:avLst/>
              </a:prstGeom>
              <a:blipFill>
                <a:blip r:embed="rId12"/>
                <a:stretch>
                  <a:fillRect l="-5970" r="-7463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94FB40D9-C7F2-4B3A-A773-4A212EAAF240}"/>
                  </a:ext>
                </a:extLst>
              </p:cNvPr>
              <p:cNvSpPr/>
              <p:nvPr/>
            </p:nvSpPr>
            <p:spPr>
              <a:xfrm>
                <a:off x="3242679" y="1347460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>
                          <a:highlight>
                            <a:srgbClr val="FFFF00"/>
                          </a:highlight>
                        </a:rPr>
                        <m:t>0.6191</m:t>
                      </m:r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94FB40D9-C7F2-4B3A-A773-4A212EAAF2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679" y="1347460"/>
                <a:ext cx="877163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811712A4-EF69-4F0D-ABEF-4864169B4FAA}"/>
                  </a:ext>
                </a:extLst>
              </p:cNvPr>
              <p:cNvSpPr/>
              <p:nvPr/>
            </p:nvSpPr>
            <p:spPr>
              <a:xfrm>
                <a:off x="2657834" y="4117113"/>
                <a:ext cx="81945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0.7393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811712A4-EF69-4F0D-ABEF-4864169B4F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834" y="4117113"/>
                <a:ext cx="819455" cy="646331"/>
              </a:xfrm>
              <a:prstGeom prst="rect">
                <a:avLst/>
              </a:prstGeom>
              <a:blipFill>
                <a:blip r:embed="rId14"/>
                <a:stretch>
                  <a:fillRect l="-6716" r="-671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7813FDDD-BDBB-4881-B420-172271FE0981}"/>
                  </a:ext>
                </a:extLst>
              </p:cNvPr>
              <p:cNvSpPr/>
              <p:nvPr/>
            </p:nvSpPr>
            <p:spPr>
              <a:xfrm>
                <a:off x="3274161" y="4111407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>
                          <a:highlight>
                            <a:srgbClr val="FFFF00"/>
                          </a:highlight>
                        </a:rPr>
                        <m:t>0.6702</m:t>
                      </m:r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7813FDDD-BDBB-4881-B420-172271FE09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161" y="4111407"/>
                <a:ext cx="877163" cy="6463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EFDF51E4-A619-4B32-87D0-C572B5611D04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87716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>
                          <a:highlight>
                            <a:srgbClr val="00FF00"/>
                          </a:highlight>
                        </a:rPr>
                        <m:t>0.8416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EFDF51E4-A619-4B32-87D0-C572B5611D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877163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95C74BE6-1944-468D-9800-8589EEAE1C3B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819455" cy="7347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highlight>
                      <a:srgbClr val="00FF00"/>
                    </a:highlight>
                  </a:rPr>
                  <a:t>0.5328</a:t>
                </a:r>
                <a:endParaRPr lang="en-US" altLang="zh-TW" i="1" dirty="0">
                  <a:solidFill>
                    <a:prstClr val="black"/>
                  </a:solidFill>
                  <a:highlight>
                    <a:srgbClr val="00FF00"/>
                  </a:highlight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95C74BE6-1944-468D-9800-8589EEAE1C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819455" cy="734753"/>
              </a:xfrm>
              <a:prstGeom prst="rect">
                <a:avLst/>
              </a:prstGeom>
              <a:blipFill>
                <a:blip r:embed="rId17"/>
                <a:stretch>
                  <a:fillRect l="-5926" r="-6667" b="-12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ABF7966-1F1B-485A-9D47-2C217CE2B95D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81945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00FF00"/>
                    </a:highlight>
                  </a:rPr>
                  <a:t>0.6626</a:t>
                </a:r>
                <a:endParaRPr lang="zh-TW" altLang="en-US" dirty="0">
                  <a:solidFill>
                    <a:srgbClr val="FF0000"/>
                  </a:solidFill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ABF7966-1F1B-485A-9D47-2C217CE2B9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819455" cy="646331"/>
              </a:xfrm>
              <a:prstGeom prst="rect">
                <a:avLst/>
              </a:prstGeom>
              <a:blipFill>
                <a:blip r:embed="rId18"/>
                <a:stretch>
                  <a:fillRect l="-5926" r="-666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94C50E33-3D11-44E8-8695-C43B71A257C3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>
                          <a:highlight>
                            <a:srgbClr val="00FF00"/>
                          </a:highlight>
                        </a:rPr>
                        <m:t>0.5216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94C50E33-3D11-44E8-8695-C43B71A257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877163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8DE03EA5-C16B-407F-9804-28EBFBDD6B8D}"/>
                  </a:ext>
                </a:extLst>
              </p:cNvPr>
              <p:cNvSpPr/>
              <p:nvPr/>
            </p:nvSpPr>
            <p:spPr>
              <a:xfrm>
                <a:off x="4935851" y="1792709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>
                          <a:highlight>
                            <a:srgbClr val="DBDBDB"/>
                          </a:highlight>
                        </a:rPr>
                        <m:t>1.1744</m:t>
                      </m:r>
                    </m:oMath>
                  </m:oMathPara>
                </a14:m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8DE03EA5-C16B-407F-9804-28EBFBDD6B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851" y="1792709"/>
                <a:ext cx="877163" cy="64633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35A476ED-2692-4A2D-937B-84890272C2B8}"/>
                  </a:ext>
                </a:extLst>
              </p:cNvPr>
              <p:cNvSpPr/>
              <p:nvPr/>
            </p:nvSpPr>
            <p:spPr>
              <a:xfrm>
                <a:off x="5600630" y="1801593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>
                          <a:highlight>
                            <a:srgbClr val="FFFF00"/>
                          </a:highlight>
                        </a:rPr>
                        <m:t>0.7639</m:t>
                      </m:r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35A476ED-2692-4A2D-937B-84890272C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630" y="1801593"/>
                <a:ext cx="877163" cy="646331"/>
              </a:xfrm>
              <a:prstGeom prst="rect">
                <a:avLst/>
              </a:prstGeom>
              <a:blipFill>
                <a:blip r:embed="rId21"/>
                <a:stretch>
                  <a:fillRect t="-28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243576A5-C26E-4790-B3E2-767FAFAB1A2A}"/>
                  </a:ext>
                </a:extLst>
              </p:cNvPr>
              <p:cNvSpPr/>
              <p:nvPr/>
            </p:nvSpPr>
            <p:spPr>
              <a:xfrm>
                <a:off x="4931410" y="3516076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>
                          <a:solidFill>
                            <a:prstClr val="black"/>
                          </a:solidFill>
                          <a:highlight>
                            <a:srgbClr val="DBDBDB"/>
                          </a:highlight>
                        </a:rPr>
                        <m:t>1.5432</m:t>
                      </m:r>
                    </m:oMath>
                  </m:oMathPara>
                </a14:m>
                <a:endParaRPr lang="zh-TW" alt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243576A5-C26E-4790-B3E2-767FAFAB1A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410" y="3516076"/>
                <a:ext cx="877163" cy="64633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86403827-E539-43F4-8212-786B2D044530}"/>
                  </a:ext>
                </a:extLst>
              </p:cNvPr>
              <p:cNvSpPr/>
              <p:nvPr/>
            </p:nvSpPr>
            <p:spPr>
              <a:xfrm>
                <a:off x="5600630" y="3529011"/>
                <a:ext cx="87716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>
                          <a:highlight>
                            <a:srgbClr val="FFFF00"/>
                          </a:highlight>
                        </a:rPr>
                        <m:t>0.8239</m:t>
                      </m:r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86403827-E539-43F4-8212-786B2D0445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630" y="3529011"/>
                <a:ext cx="877163" cy="646331"/>
              </a:xfrm>
              <a:prstGeom prst="rect">
                <a:avLst/>
              </a:prstGeom>
              <a:blipFill>
                <a:blip r:embed="rId23"/>
                <a:stretch>
                  <a:fillRect t="-28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2">
            <a:extLst>
              <a:ext uri="{FF2B5EF4-FFF2-40B4-BE49-F238E27FC236}">
                <a16:creationId xmlns:a16="http://schemas.microsoft.com/office/drawing/2014/main" id="{22688829-BA57-4592-B923-71884B834C4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4400" dirty="0"/>
              <a:t>範例</a:t>
            </a:r>
            <a:r>
              <a:rPr lang="en-US" altLang="zh-TW" sz="4400" dirty="0"/>
              <a:t>(</a:t>
            </a:r>
            <a:r>
              <a:rPr lang="zh-TW" altLang="en-US" sz="4400" dirty="0"/>
              <a:t>權重更新後的</a:t>
            </a:r>
            <a:r>
              <a:rPr lang="en-US" altLang="zh-TW" sz="4400" i="1" dirty="0">
                <a:solidFill>
                  <a:srgbClr val="FF0000"/>
                </a:solidFill>
              </a:rPr>
              <a:t>Loss</a:t>
            </a:r>
            <a:r>
              <a:rPr lang="en-US" altLang="zh-TW" sz="44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63A6A328-578C-4100-84C6-65232F9667F5}"/>
                  </a:ext>
                </a:extLst>
              </p:cNvPr>
              <p:cNvSpPr/>
              <p:nvPr/>
            </p:nvSpPr>
            <p:spPr>
              <a:xfrm>
                <a:off x="7266133" y="2047708"/>
                <a:ext cx="4762502" cy="209935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0.7639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0.2917</m:t>
                      </m:r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0.8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239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=0.0155</m:t>
                      </m:r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total</m:t>
                          </m:r>
                        </m:sub>
                      </m:sSub>
                      <m:r>
                        <a:rPr lang="en-US" altLang="zh-TW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TW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0.3072</m:t>
                      </m:r>
                    </m:oMath>
                  </m:oMathPara>
                </a14:m>
                <a:endParaRPr lang="en-US" altLang="zh-TW" b="0" dirty="0"/>
              </a:p>
            </p:txBody>
          </p:sp>
        </mc:Choice>
        <mc:Fallback xmlns="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63A6A328-578C-4100-84C6-65232F9667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6133" y="2047708"/>
                <a:ext cx="4762502" cy="209935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F0412B7-199E-4B02-888F-716F28027A79}"/>
                  </a:ext>
                </a:extLst>
              </p:cNvPr>
              <p:cNvSpPr/>
              <p:nvPr/>
            </p:nvSpPr>
            <p:spPr>
              <a:xfrm>
                <a:off x="6449288" y="2049606"/>
                <a:ext cx="770211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= 0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F0412B7-199E-4B02-888F-716F28027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288" y="2049606"/>
                <a:ext cx="770211" cy="369332"/>
              </a:xfrm>
              <a:prstGeom prst="rect">
                <a:avLst/>
              </a:prstGeom>
              <a:blipFill>
                <a:blip r:embed="rId25"/>
                <a:stretch>
                  <a:fillRect t="-6349" r="-546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91A0A366-BCA8-4605-909A-726A30CA2F23}"/>
                  </a:ext>
                </a:extLst>
              </p:cNvPr>
              <p:cNvSpPr/>
              <p:nvPr/>
            </p:nvSpPr>
            <p:spPr>
              <a:xfrm>
                <a:off x="6410323" y="3777733"/>
                <a:ext cx="775533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= 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91A0A366-BCA8-4605-909A-726A30CA2F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0323" y="3777733"/>
                <a:ext cx="775533" cy="369332"/>
              </a:xfrm>
              <a:prstGeom prst="rect">
                <a:avLst/>
              </a:prstGeom>
              <a:blipFill>
                <a:blip r:embed="rId26"/>
                <a:stretch>
                  <a:fillRect t="-8065" r="-4651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54">
            <a:extLst>
              <a:ext uri="{FF2B5EF4-FFF2-40B4-BE49-F238E27FC236}">
                <a16:creationId xmlns:a16="http://schemas.microsoft.com/office/drawing/2014/main" id="{3CA23C53-F32B-4250-8C98-D061B7C69B9B}"/>
              </a:ext>
            </a:extLst>
          </p:cNvPr>
          <p:cNvSpPr/>
          <p:nvPr/>
        </p:nvSpPr>
        <p:spPr>
          <a:xfrm>
            <a:off x="6243761" y="4552951"/>
            <a:ext cx="2193229" cy="11167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dirty="0"/>
              <a:t>第一次</a:t>
            </a:r>
            <a:r>
              <a:rPr lang="en-US" altLang="zh-TW" dirty="0"/>
              <a:t>Loss = 0.3362</a:t>
            </a:r>
          </a:p>
          <a:p>
            <a:pPr>
              <a:lnSpc>
                <a:spcPct val="200000"/>
              </a:lnSpc>
            </a:pPr>
            <a:r>
              <a:rPr lang="zh-TW" altLang="en-US" dirty="0"/>
              <a:t>第二次</a:t>
            </a:r>
            <a:r>
              <a:rPr lang="en-US" altLang="zh-TW" dirty="0"/>
              <a:t>Loss =</a:t>
            </a:r>
            <a:r>
              <a:rPr lang="zh-TW" altLang="en-US" dirty="0"/>
              <a:t> </a:t>
            </a:r>
            <a:r>
              <a:rPr lang="en-US" altLang="zh-TW" dirty="0"/>
              <a:t>0.3072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弧形 56">
            <a:extLst>
              <a:ext uri="{FF2B5EF4-FFF2-40B4-BE49-F238E27FC236}">
                <a16:creationId xmlns:a16="http://schemas.microsoft.com/office/drawing/2014/main" id="{0BE2391E-D4DF-46A3-A7D2-584B6994C9C4}"/>
              </a:ext>
            </a:extLst>
          </p:cNvPr>
          <p:cNvSpPr/>
          <p:nvPr/>
        </p:nvSpPr>
        <p:spPr>
          <a:xfrm>
            <a:off x="7923876" y="4886822"/>
            <a:ext cx="884477" cy="602683"/>
          </a:xfrm>
          <a:prstGeom prst="arc">
            <a:avLst>
              <a:gd name="adj1" fmla="val 17424577"/>
              <a:gd name="adj2" fmla="val 4510636"/>
            </a:avLst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F6CF316E-AB73-46D3-9C09-B6BEA0EDBA41}"/>
              </a:ext>
            </a:extLst>
          </p:cNvPr>
          <p:cNvSpPr txBox="1"/>
          <p:nvPr/>
        </p:nvSpPr>
        <p:spPr>
          <a:xfrm>
            <a:off x="7447248" y="5881687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減少</a:t>
            </a:r>
            <a:r>
              <a:rPr lang="en-US" altLang="zh-TW" dirty="0"/>
              <a:t>0.029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CC581A0-6CB4-4A3C-9C98-9308C2360A6E}"/>
              </a:ext>
            </a:extLst>
          </p:cNvPr>
          <p:cNvSpPr/>
          <p:nvPr/>
        </p:nvSpPr>
        <p:spPr>
          <a:xfrm>
            <a:off x="9456747" y="5141254"/>
            <a:ext cx="18966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effectLst/>
              </a:rPr>
              <a:t>大幅下降</a:t>
            </a:r>
            <a:r>
              <a:rPr lang="en-US" altLang="zh-TW" dirty="0">
                <a:solidFill>
                  <a:srgbClr val="FF0000"/>
                </a:solidFill>
                <a:effectLst/>
              </a:rPr>
              <a:t>8.6%</a:t>
            </a:r>
            <a:r>
              <a:rPr lang="en-US" altLang="zh-TW" dirty="0">
                <a:effectLst/>
              </a:rPr>
              <a:t>!!!!</a:t>
            </a:r>
            <a:endParaRPr lang="zh-TW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866187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C94B3C5-D91B-4EAB-881E-54E28C05BC9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4400" dirty="0"/>
              <a:t>重點整理</a:t>
            </a:r>
            <a:r>
              <a:rPr lang="en-US" altLang="zh-TW" sz="4400" dirty="0"/>
              <a:t>(1/2)</a:t>
            </a:r>
          </a:p>
        </p:txBody>
      </p:sp>
      <p:pic>
        <p:nvPicPr>
          <p:cNvPr id="53" name="圖片 52">
            <a:extLst>
              <a:ext uri="{FF2B5EF4-FFF2-40B4-BE49-F238E27FC236}">
                <a16:creationId xmlns:a16="http://schemas.microsoft.com/office/drawing/2014/main" id="{7E22072D-2533-4C41-B83F-F8D00747E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50" y="1378374"/>
            <a:ext cx="4205769" cy="3273109"/>
          </a:xfrm>
          <a:prstGeom prst="rect">
            <a:avLst/>
          </a:prstGeom>
        </p:spPr>
      </p:pic>
      <p:pic>
        <p:nvPicPr>
          <p:cNvPr id="54" name="圖片 53">
            <a:extLst>
              <a:ext uri="{FF2B5EF4-FFF2-40B4-BE49-F238E27FC236}">
                <a16:creationId xmlns:a16="http://schemas.microsoft.com/office/drawing/2014/main" id="{D93FE6E4-2741-4535-9054-1E4FCF655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437" y="1450802"/>
            <a:ext cx="4205769" cy="3273109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30754DDE-BE62-41D4-B346-D5A9ABDE5985}"/>
              </a:ext>
            </a:extLst>
          </p:cNvPr>
          <p:cNvSpPr/>
          <p:nvPr/>
        </p:nvSpPr>
        <p:spPr>
          <a:xfrm>
            <a:off x="2109457" y="1191976"/>
            <a:ext cx="1140737" cy="8450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41D94AE-052F-4960-B6B9-0E920C37CC0A}"/>
              </a:ext>
            </a:extLst>
          </p:cNvPr>
          <p:cNvSpPr/>
          <p:nvPr/>
        </p:nvSpPr>
        <p:spPr>
          <a:xfrm>
            <a:off x="2109456" y="3182229"/>
            <a:ext cx="1140737" cy="8450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7531E66-284C-41AA-8A84-930970979964}"/>
              </a:ext>
            </a:extLst>
          </p:cNvPr>
          <p:cNvSpPr/>
          <p:nvPr/>
        </p:nvSpPr>
        <p:spPr>
          <a:xfrm>
            <a:off x="3868413" y="1505829"/>
            <a:ext cx="1140737" cy="8450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83FFAC8-1469-4B8A-8E05-9A30E0ED7F68}"/>
              </a:ext>
            </a:extLst>
          </p:cNvPr>
          <p:cNvSpPr/>
          <p:nvPr/>
        </p:nvSpPr>
        <p:spPr>
          <a:xfrm>
            <a:off x="3868412" y="2853286"/>
            <a:ext cx="1140737" cy="8450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16D953C9-C3C0-4D27-B218-30D13A406060}"/>
                  </a:ext>
                </a:extLst>
              </p:cNvPr>
              <p:cNvSpPr txBox="1"/>
              <p:nvPr/>
            </p:nvSpPr>
            <p:spPr>
              <a:xfrm>
                <a:off x="809850" y="4916719"/>
                <a:ext cx="5007012" cy="11180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TW" altLang="en-US" dirty="0"/>
                  <a:t>第一階段求出</a:t>
                </a:r>
                <a:r>
                  <a:rPr lang="en-US" altLang="zh-TW" dirty="0"/>
                  <a:t>:</a:t>
                </a:r>
                <a:endParaRPr lang="en-US" altLang="zh-TW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、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、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、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16D953C9-C3C0-4D27-B218-30D13A406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50" y="4916719"/>
                <a:ext cx="5007012" cy="1118063"/>
              </a:xfrm>
              <a:prstGeom prst="rect">
                <a:avLst/>
              </a:prstGeom>
              <a:blipFill>
                <a:blip r:embed="rId3"/>
                <a:stretch>
                  <a:fillRect r="-15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矩形 59">
            <a:extLst>
              <a:ext uri="{FF2B5EF4-FFF2-40B4-BE49-F238E27FC236}">
                <a16:creationId xmlns:a16="http://schemas.microsoft.com/office/drawing/2014/main" id="{26204482-4ABB-44C6-B30B-3B35A7B05929}"/>
              </a:ext>
            </a:extLst>
          </p:cNvPr>
          <p:cNvSpPr/>
          <p:nvPr/>
        </p:nvSpPr>
        <p:spPr>
          <a:xfrm>
            <a:off x="6934736" y="1614502"/>
            <a:ext cx="796924" cy="21698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2977789-ECAA-4FE7-B983-7ACD99B598EC}"/>
              </a:ext>
            </a:extLst>
          </p:cNvPr>
          <p:cNvSpPr/>
          <p:nvPr/>
        </p:nvSpPr>
        <p:spPr>
          <a:xfrm>
            <a:off x="8730016" y="1614502"/>
            <a:ext cx="796924" cy="21698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35D1898-F91D-4D00-9496-09A7860BF1A2}"/>
              </a:ext>
            </a:extLst>
          </p:cNvPr>
          <p:cNvSpPr/>
          <p:nvPr/>
        </p:nvSpPr>
        <p:spPr>
          <a:xfrm>
            <a:off x="7810173" y="2412732"/>
            <a:ext cx="509962" cy="511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BC7ECC0-EA54-4050-AD91-B3CF2B8D9A73}"/>
              </a:ext>
            </a:extLst>
          </p:cNvPr>
          <p:cNvSpPr/>
          <p:nvPr/>
        </p:nvSpPr>
        <p:spPr>
          <a:xfrm>
            <a:off x="7810173" y="4212373"/>
            <a:ext cx="509962" cy="511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EAA521E-4CFD-45FA-ACBC-FBEF5E7DFA20}"/>
              </a:ext>
            </a:extLst>
          </p:cNvPr>
          <p:cNvSpPr/>
          <p:nvPr/>
        </p:nvSpPr>
        <p:spPr>
          <a:xfrm>
            <a:off x="9478705" y="2443656"/>
            <a:ext cx="509962" cy="511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32E6957-EC2B-4CC2-A7B6-EF1E877EC4C4}"/>
              </a:ext>
            </a:extLst>
          </p:cNvPr>
          <p:cNvSpPr/>
          <p:nvPr/>
        </p:nvSpPr>
        <p:spPr>
          <a:xfrm>
            <a:off x="9485010" y="4212373"/>
            <a:ext cx="509962" cy="511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FEF5AB81-7E6F-40D4-9DD2-1BEEA1B6703F}"/>
                  </a:ext>
                </a:extLst>
              </p:cNvPr>
              <p:cNvSpPr txBox="1"/>
              <p:nvPr/>
            </p:nvSpPr>
            <p:spPr>
              <a:xfrm>
                <a:off x="8099905" y="4922488"/>
                <a:ext cx="1633781" cy="1115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TW" altLang="en-US" dirty="0">
                    <a:solidFill>
                      <a:schemeClr val="tx1"/>
                    </a:solidFill>
                  </a:rPr>
                  <a:t>第二階段求出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:</a:t>
                </a:r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1~8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1~4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>
                  <a:solidFill>
                    <a:schemeClr val="tx1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FEF5AB81-7E6F-40D4-9DD2-1BEEA1B67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9905" y="4922488"/>
                <a:ext cx="1633781" cy="1115434"/>
              </a:xfrm>
              <a:prstGeom prst="rect">
                <a:avLst/>
              </a:prstGeom>
              <a:blipFill>
                <a:blip r:embed="rId4"/>
                <a:stretch>
                  <a:fillRect l="-3358" r="-26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8901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C94B3C5-D91B-4EAB-881E-54E28C05BC9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4400" dirty="0"/>
              <a:t>重點整理</a:t>
            </a:r>
            <a:r>
              <a:rPr lang="en-US" altLang="zh-TW" sz="4400" dirty="0"/>
              <a:t>(2/2)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001A97C-DE8C-4DFF-8DEA-05C8163C59B3}"/>
                  </a:ext>
                </a:extLst>
              </p:cNvPr>
              <p:cNvSpPr/>
              <p:nvPr/>
            </p:nvSpPr>
            <p:spPr>
              <a:xfrm>
                <a:off x="1225116" y="1717799"/>
                <a:ext cx="4512902" cy="6974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dirty="0"/>
                  <a:t>如何算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看你</a:t>
                </a:r>
                <a:r>
                  <a:rPr lang="en-US" altLang="zh-TW" dirty="0"/>
                  <a:t>Loss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function</a:t>
                </a:r>
                <a:r>
                  <a:rPr lang="zh-TW" altLang="en-US" dirty="0"/>
                  <a:t>定義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001A97C-DE8C-4DFF-8DEA-05C8163C59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116" y="1717799"/>
                <a:ext cx="4512902" cy="697435"/>
              </a:xfrm>
              <a:prstGeom prst="rect">
                <a:avLst/>
              </a:prstGeom>
              <a:blipFill>
                <a:blip r:embed="rId2"/>
                <a:stretch>
                  <a:fillRect l="-1216" r="-270" b="-8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20280CA-C262-43C5-9B0E-CEF9D2AA63B1}"/>
                  </a:ext>
                </a:extLst>
              </p:cNvPr>
              <p:cNvSpPr/>
              <p:nvPr/>
            </p:nvSpPr>
            <p:spPr>
              <a:xfrm>
                <a:off x="1238618" y="3527690"/>
                <a:ext cx="5242076" cy="2025106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dirty="0"/>
                  <a:t>如何算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激活函數微分</a:t>
                </a:r>
                <a:r>
                  <a:rPr lang="en-US" altLang="zh-TW" dirty="0"/>
                  <a:t>:</a:t>
                </a: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  <m:sSub>
                      <m:sSub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TW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有關的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</a:rPr>
                  <a:t>(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權重*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激活函數微分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*</a:t>
                </a:r>
                <a:r>
                  <a:rPr lang="zh-TW" altLang="en-US" dirty="0">
                    <a:solidFill>
                      <a:srgbClr val="00B050"/>
                    </a:solidFill>
                  </a:rPr>
                  <a:t>輸出梯度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)]</a:t>
                </a:r>
              </a:p>
              <a:p>
                <a:pPr>
                  <a:lnSpc>
                    <a:spcPct val="150000"/>
                  </a:lnSpc>
                </a:pPr>
                <a:r>
                  <a:rPr lang="zh-TW" altLang="en-US" dirty="0">
                    <a:solidFill>
                      <a:schemeClr val="tx1"/>
                    </a:solidFill>
                  </a:rPr>
                  <a:t>         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=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20280CA-C262-43C5-9B0E-CEF9D2AA63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618" y="3527690"/>
                <a:ext cx="5242076" cy="2025106"/>
              </a:xfrm>
              <a:prstGeom prst="rect">
                <a:avLst/>
              </a:prstGeom>
              <a:blipFill>
                <a:blip r:embed="rId3"/>
                <a:stretch>
                  <a:fillRect l="-9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橢圓 18">
            <a:extLst>
              <a:ext uri="{FF2B5EF4-FFF2-40B4-BE49-F238E27FC236}">
                <a16:creationId xmlns:a16="http://schemas.microsoft.com/office/drawing/2014/main" id="{62206140-89E3-4B0D-91D0-CF5C53E0EDF5}"/>
              </a:ext>
            </a:extLst>
          </p:cNvPr>
          <p:cNvSpPr/>
          <p:nvPr/>
        </p:nvSpPr>
        <p:spPr>
          <a:xfrm>
            <a:off x="861276" y="4412165"/>
            <a:ext cx="339614" cy="3396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FB1B21E-464B-47C6-B50F-E650FBC1C809}"/>
                  </a:ext>
                </a:extLst>
              </p:cNvPr>
              <p:cNvSpPr/>
              <p:nvPr/>
            </p:nvSpPr>
            <p:spPr>
              <a:xfrm>
                <a:off x="7333732" y="1441453"/>
                <a:ext cx="1547283" cy="6999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dirty="0"/>
                  <a:t>如何算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1~8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FB1B21E-464B-47C6-B50F-E650FBC1C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3732" y="1441453"/>
                <a:ext cx="1547283" cy="699935"/>
              </a:xfrm>
              <a:prstGeom prst="rect">
                <a:avLst/>
              </a:prstGeom>
              <a:blipFill>
                <a:blip r:embed="rId4"/>
                <a:stretch>
                  <a:fillRect l="-3150" r="-19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D796ECF-9903-49C0-B11D-009B57756CCF}"/>
                  </a:ext>
                </a:extLst>
              </p:cNvPr>
              <p:cNvSpPr/>
              <p:nvPr/>
            </p:nvSpPr>
            <p:spPr>
              <a:xfrm>
                <a:off x="7377098" y="2148672"/>
                <a:ext cx="3921330" cy="976358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輸入*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激活函數微分</a:t>
                </a:r>
                <a:r>
                  <a:rPr lang="zh-TW" altLang="en-US" dirty="0"/>
                  <a:t>*</a:t>
                </a:r>
                <a:r>
                  <a:rPr lang="zh-TW" altLang="en-US" dirty="0">
                    <a:solidFill>
                      <a:srgbClr val="00B050"/>
                    </a:solidFill>
                  </a:rPr>
                  <a:t>輸出梯度</a:t>
                </a:r>
                <a:endParaRPr lang="en-US" altLang="zh-TW" dirty="0">
                  <a:solidFill>
                    <a:srgbClr val="00B050"/>
                  </a:solidFill>
                </a:endParaRPr>
              </a:p>
              <a:p>
                <a:r>
                  <a:rPr lang="zh-TW" altLang="en-US" dirty="0">
                    <a:solidFill>
                      <a:srgbClr val="00B050"/>
                    </a:solidFill>
                  </a:rPr>
                  <a:t>           </a:t>
                </a:r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D796ECF-9903-49C0-B11D-009B57756C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098" y="2148672"/>
                <a:ext cx="3921330" cy="976358"/>
              </a:xfrm>
              <a:prstGeom prst="rect">
                <a:avLst/>
              </a:prstGeom>
              <a:blipFill>
                <a:blip r:embed="rId5"/>
                <a:stretch>
                  <a:fillRect r="-9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橢圓 22">
            <a:extLst>
              <a:ext uri="{FF2B5EF4-FFF2-40B4-BE49-F238E27FC236}">
                <a16:creationId xmlns:a16="http://schemas.microsoft.com/office/drawing/2014/main" id="{EE72E237-44D4-40C0-8AF2-FD341B5DC6BC}"/>
              </a:ext>
            </a:extLst>
          </p:cNvPr>
          <p:cNvSpPr/>
          <p:nvPr/>
        </p:nvSpPr>
        <p:spPr>
          <a:xfrm>
            <a:off x="6979353" y="2223710"/>
            <a:ext cx="339614" cy="3396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C5AECD8-9685-42CE-B85A-599698F57BD9}"/>
                  </a:ext>
                </a:extLst>
              </p:cNvPr>
              <p:cNvSpPr/>
              <p:nvPr/>
            </p:nvSpPr>
            <p:spPr>
              <a:xfrm>
                <a:off x="7327287" y="3524885"/>
                <a:ext cx="1547283" cy="6999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dirty="0"/>
                  <a:t>如何算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1~4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: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C5AECD8-9685-42CE-B85A-599698F57B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287" y="3524885"/>
                <a:ext cx="1547283" cy="699935"/>
              </a:xfrm>
              <a:prstGeom prst="rect">
                <a:avLst/>
              </a:prstGeom>
              <a:blipFill>
                <a:blip r:embed="rId6"/>
                <a:stretch>
                  <a:fillRect l="-35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352C681E-507B-4882-A868-D6582B95127F}"/>
                  </a:ext>
                </a:extLst>
              </p:cNvPr>
              <p:cNvSpPr/>
              <p:nvPr/>
            </p:nvSpPr>
            <p:spPr>
              <a:xfrm>
                <a:off x="7377098" y="4175368"/>
                <a:ext cx="3344249" cy="1359346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激活函數微分</a:t>
                </a:r>
                <a:r>
                  <a:rPr lang="zh-TW" altLang="en-US" dirty="0"/>
                  <a:t>*</a:t>
                </a:r>
                <a:r>
                  <a:rPr lang="zh-TW" altLang="en-US" dirty="0">
                    <a:solidFill>
                      <a:srgbClr val="00B050"/>
                    </a:solidFill>
                  </a:rPr>
                  <a:t>輸出梯度</a:t>
                </a:r>
                <a:endParaRPr lang="en-US" altLang="zh-TW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dirty="0">
                    <a:solidFill>
                      <a:srgbClr val="00B050"/>
                    </a:solidFill>
                  </a:rPr>
                  <a:t>           </a:t>
                </a:r>
                <a:r>
                  <a:rPr lang="en-US" altLang="zh-TW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US" altLang="zh-TW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352C681E-507B-4882-A868-D6582B9512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098" y="4175368"/>
                <a:ext cx="3344249" cy="1359346"/>
              </a:xfrm>
              <a:prstGeom prst="rect">
                <a:avLst/>
              </a:prstGeom>
              <a:blipFill>
                <a:blip r:embed="rId7"/>
                <a:stretch>
                  <a:fillRect r="-10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橢圓 25">
            <a:extLst>
              <a:ext uri="{FF2B5EF4-FFF2-40B4-BE49-F238E27FC236}">
                <a16:creationId xmlns:a16="http://schemas.microsoft.com/office/drawing/2014/main" id="{DC2147E5-9317-4C8D-941C-F5017C7E59BB}"/>
              </a:ext>
            </a:extLst>
          </p:cNvPr>
          <p:cNvSpPr/>
          <p:nvPr/>
        </p:nvSpPr>
        <p:spPr>
          <a:xfrm>
            <a:off x="6979353" y="4406734"/>
            <a:ext cx="339614" cy="3396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7E8E8968-1E5B-4EEF-AD08-EFB8563176E2}"/>
              </a:ext>
            </a:extLst>
          </p:cNvPr>
          <p:cNvCxnSpPr>
            <a:cxnSpLocks/>
          </p:cNvCxnSpPr>
          <p:nvPr/>
        </p:nvCxnSpPr>
        <p:spPr>
          <a:xfrm>
            <a:off x="686185" y="3324681"/>
            <a:ext cx="1073928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FF2F02FC-9531-4F75-B58E-305B64A313E0}"/>
              </a:ext>
            </a:extLst>
          </p:cNvPr>
          <p:cNvCxnSpPr>
            <a:cxnSpLocks/>
          </p:cNvCxnSpPr>
          <p:nvPr/>
        </p:nvCxnSpPr>
        <p:spPr>
          <a:xfrm>
            <a:off x="686185" y="2472246"/>
            <a:ext cx="589268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125F703-B0F8-481A-B532-BF68556EDE28}"/>
                  </a:ext>
                </a:extLst>
              </p:cNvPr>
              <p:cNvSpPr/>
              <p:nvPr/>
            </p:nvSpPr>
            <p:spPr>
              <a:xfrm>
                <a:off x="1173731" y="2461842"/>
                <a:ext cx="4429674" cy="7025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dirty="0"/>
                  <a:t>如何算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、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、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、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激活函數微分</a:t>
                </a: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125F703-B0F8-481A-B532-BF68556EDE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731" y="2461842"/>
                <a:ext cx="4429674" cy="702565"/>
              </a:xfrm>
              <a:prstGeom prst="rect">
                <a:avLst/>
              </a:prstGeom>
              <a:blipFill>
                <a:blip r:embed="rId8"/>
                <a:stretch>
                  <a:fillRect l="-1240" r="-4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7788F462-B31B-4B2B-B5F0-0220338D41C4}"/>
              </a:ext>
            </a:extLst>
          </p:cNvPr>
          <p:cNvCxnSpPr/>
          <p:nvPr/>
        </p:nvCxnSpPr>
        <p:spPr>
          <a:xfrm>
            <a:off x="6578871" y="1502875"/>
            <a:ext cx="0" cy="441809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EFAC0E57-A630-41B2-B3AE-7E409C3AA43D}"/>
              </a:ext>
            </a:extLst>
          </p:cNvPr>
          <p:cNvSpPr/>
          <p:nvPr/>
        </p:nvSpPr>
        <p:spPr>
          <a:xfrm>
            <a:off x="2878505" y="1112094"/>
            <a:ext cx="1206123" cy="40862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zh-TW" altLang="en-US" dirty="0"/>
              <a:t>第一階段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C496FE3F-5B95-4FB7-8A2C-DBCA5E5BAF3D}"/>
              </a:ext>
            </a:extLst>
          </p:cNvPr>
          <p:cNvSpPr/>
          <p:nvPr/>
        </p:nvSpPr>
        <p:spPr>
          <a:xfrm>
            <a:off x="8621853" y="1116198"/>
            <a:ext cx="1206123" cy="40862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zh-TW" altLang="en-US" dirty="0"/>
              <a:t>第二階段</a:t>
            </a:r>
            <a:r>
              <a:rPr lang="en-US" altLang="zh-TW" dirty="0"/>
              <a:t>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19873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5DF98BD-8082-4B7E-8A43-21E224107978}"/>
              </a:ext>
            </a:extLst>
          </p:cNvPr>
          <p:cNvSpPr txBox="1"/>
          <p:nvPr/>
        </p:nvSpPr>
        <p:spPr>
          <a:xfrm>
            <a:off x="1473338" y="2705725"/>
            <a:ext cx="92453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/>
              <a:t>以下投影片是證明為甚麼可以這樣做，</a:t>
            </a:r>
            <a:r>
              <a:rPr lang="zh-TW" altLang="en-US" sz="4400" dirty="0">
                <a:solidFill>
                  <a:srgbClr val="FF0000"/>
                </a:solidFill>
              </a:rPr>
              <a:t>適度觀看</a:t>
            </a:r>
            <a:r>
              <a:rPr lang="zh-TW" altLang="en-US" sz="4400" dirty="0"/>
              <a:t>以免用腦過度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49F1A1B-49B0-487F-B491-7D1782299F89}"/>
              </a:ext>
            </a:extLst>
          </p:cNvPr>
          <p:cNvSpPr txBox="1"/>
          <p:nvPr/>
        </p:nvSpPr>
        <p:spPr>
          <a:xfrm>
            <a:off x="5234224" y="1240325"/>
            <a:ext cx="19367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/>
              <a:t>附錄</a:t>
            </a:r>
            <a:r>
              <a:rPr lang="en-US" altLang="zh-TW" sz="6000" dirty="0"/>
              <a:t>:</a:t>
            </a:r>
            <a:endParaRPr lang="zh-TW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1572873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0.25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0.13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0.30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0.42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0.50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  <a:blipFill>
                <a:blip r:embed="rId1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  <a:blipFill>
                <a:blip r:embed="rId1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0.46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  <a:blipFill>
                <a:blip r:embed="rId14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0.61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  <a:blipFill>
                <a:blip r:embed="rId15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84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0.54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17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0.67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18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52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/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1.42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  <a:blipFill>
                <a:blip r:embed="rId20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/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0.80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  <a:blipFill>
                <a:blip r:embed="rId21"/>
                <a:stretch>
                  <a:fillRect l="-8247" t="-2830" r="-1855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/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1.51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  <a:blipFill>
                <a:blip r:embed="rId2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/>
              <p:nvPr/>
            </p:nvSpPr>
            <p:spPr>
              <a:xfrm>
                <a:off x="5627643" y="3622210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0.82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3622210"/>
                <a:ext cx="588623" cy="646331"/>
              </a:xfrm>
              <a:prstGeom prst="rect">
                <a:avLst/>
              </a:prstGeom>
              <a:blipFill>
                <a:blip r:embed="rId23"/>
                <a:stretch>
                  <a:fillRect l="-8247" t="-2830" r="-1752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/>
              <p:nvPr/>
            </p:nvSpPr>
            <p:spPr>
              <a:xfrm>
                <a:off x="7076090" y="1414646"/>
                <a:ext cx="5237333" cy="38712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solidFill>
                      <a:prstClr val="black"/>
                    </a:solidFill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i="1" dirty="0">
                    <a:latin typeface="Cambria Math" panose="02040503050406030204" pitchFamily="18" charset="0"/>
                  </a:rPr>
                  <a:t> </a:t>
                </a: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       =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0.82</m:t>
                    </m:r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−1=−0.18</m:t>
                    </m:r>
                  </m:oMath>
                </a14:m>
                <a:r>
                  <a:rPr lang="en-US" altLang="zh-TW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  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f>
                      <m:fPr>
                        <m:ctrlP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r>
                      <a:rPr lang="en-US" altLang="zh-TW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den>
                        </m:f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r>
                      <a:rPr lang="en-US" altLang="zh-TW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b>
                            </m:s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TW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sub>
                                    </m:sSub>
                                  </m:e>
                                </m:d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altLang="zh-TW" dirty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altLang="zh-TW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chemeClr val="tx1"/>
                          </a:solidFill>
                        </a:rPr>
                        <m:t>0.82</m:t>
                      </m:r>
                      <m:r>
                        <a:rPr lang="en-US" altLang="zh-TW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chemeClr val="tx1"/>
                          </a:solidFill>
                        </a:rPr>
                        <m:t>(1</m:t>
                      </m:r>
                      <m:r>
                        <a:rPr lang="en-US" altLang="zh-TW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chemeClr val="tx1"/>
                          </a:solidFill>
                        </a:rPr>
                        <m:t>0.82)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chemeClr val="tx1"/>
                          </a:solidFill>
                        </a:rPr>
                        <m:t> = 0.1476</m:t>
                      </m:r>
                    </m:oMath>
                  </m:oMathPara>
                </a14:m>
                <a:endParaRPr lang="en-US" altLang="zh-TW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r>
                      <a:rPr lang="en-US" altLang="zh-TW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altLang="zh-TW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lang="en-US" altLang="zh-TW" b="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090" y="1414646"/>
                <a:ext cx="5237333" cy="387125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TW" altLang="en-US" sz="4400" dirty="0"/>
                  <a:t>證明</a:t>
                </a:r>
                <a:r>
                  <a:rPr lang="en-US" altLang="zh-TW" sz="4400" dirty="0"/>
                  <a:t>(</a:t>
                </a:r>
                <a:r>
                  <a:rPr lang="zh-TW" altLang="en-US" sz="4400" dirty="0"/>
                  <a:t>計算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3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lang="zh-TW" altLang="en-US" sz="3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1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altLang="zh-TW" sz="31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31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3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1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altLang="zh-TW" sz="31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1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4400" dirty="0"/>
                  <a:t>)</a:t>
                </a:r>
              </a:p>
            </p:txBody>
          </p:sp>
        </mc:Choice>
        <mc:Fallback xmlns="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5"/>
                <a:stretch>
                  <a:fillRect t="-33333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BC79C01-8747-4F87-97B0-112D16E5A002}"/>
                  </a:ext>
                </a:extLst>
              </p:cNvPr>
              <p:cNvSpPr/>
              <p:nvPr/>
            </p:nvSpPr>
            <p:spPr>
              <a:xfrm>
                <a:off x="6227443" y="2081094"/>
                <a:ext cx="770211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= 0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BC79C01-8747-4F87-97B0-112D16E5A0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443" y="2081094"/>
                <a:ext cx="770211" cy="369332"/>
              </a:xfrm>
              <a:prstGeom prst="rect">
                <a:avLst/>
              </a:prstGeom>
              <a:blipFill>
                <a:blip r:embed="rId26"/>
                <a:stretch>
                  <a:fillRect t="-6349" r="-546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D8FE2082-23B5-46E7-BC75-54FA75735AAF}"/>
                  </a:ext>
                </a:extLst>
              </p:cNvPr>
              <p:cNvSpPr/>
              <p:nvPr/>
            </p:nvSpPr>
            <p:spPr>
              <a:xfrm>
                <a:off x="6212567" y="3777733"/>
                <a:ext cx="775533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= 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D8FE2082-23B5-46E7-BC75-54FA75735A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567" y="3777733"/>
                <a:ext cx="775533" cy="369332"/>
              </a:xfrm>
              <a:prstGeom prst="rect">
                <a:avLst/>
              </a:prstGeom>
              <a:blipFill>
                <a:blip r:embed="rId27"/>
                <a:stretch>
                  <a:fillRect t="-8065" r="-5426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4FBF355-3EE5-4907-82C1-9F514575192B}"/>
                  </a:ext>
                </a:extLst>
              </p:cNvPr>
              <p:cNvSpPr/>
              <p:nvPr/>
            </p:nvSpPr>
            <p:spPr>
              <a:xfrm>
                <a:off x="8228918" y="298931"/>
                <a:ext cx="3648756" cy="48346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total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4FBF355-3EE5-4907-82C1-9F5145751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918" y="298931"/>
                <a:ext cx="3648756" cy="483466"/>
              </a:xfrm>
              <a:prstGeom prst="rect">
                <a:avLst/>
              </a:prstGeom>
              <a:blipFill>
                <a:blip r:embed="rId28"/>
                <a:stretch>
                  <a:fillRect b="-123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B23FF324-375B-42B0-A96C-0E92DBCD8643}"/>
                  </a:ext>
                </a:extLst>
              </p:cNvPr>
              <p:cNvSpPr/>
              <p:nvPr/>
            </p:nvSpPr>
            <p:spPr>
              <a:xfrm>
                <a:off x="8228918" y="803828"/>
                <a:ext cx="3648756" cy="4849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dirty="0"/>
                          <m:t>Sigmoid</m:t>
                        </m:r>
                      </m:e>
                      <m:sup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) 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B23FF324-375B-42B0-A96C-0E92DBCD86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918" y="803828"/>
                <a:ext cx="3648756" cy="484941"/>
              </a:xfrm>
              <a:prstGeom prst="rect">
                <a:avLst/>
              </a:prstGeom>
              <a:blipFill>
                <a:blip r:embed="rId29"/>
                <a:stretch>
                  <a:fillRect l="-333" b="-61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FDC9675-BF06-4096-BC1E-F9A657598064}"/>
                  </a:ext>
                </a:extLst>
              </p:cNvPr>
              <p:cNvSpPr/>
              <p:nvPr/>
            </p:nvSpPr>
            <p:spPr>
              <a:xfrm>
                <a:off x="6898982" y="5411776"/>
                <a:ext cx="4573881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−0.18</m:t>
                          </m:r>
                        </m:e>
                      </m:d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0.1476</m:t>
                      </m:r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0.61</m:t>
                      </m:r>
                      <m:r>
                        <a:rPr lang="en-US" altLang="zh-TW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−0.016</m:t>
                      </m:r>
                    </m:oMath>
                  </m:oMathPara>
                </a14:m>
                <a:endParaRPr lang="zh-TW" alt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FDC9675-BF06-4096-BC1E-F9A6575980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982" y="5411776"/>
                <a:ext cx="4573881" cy="666208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EEF79D1-897C-4EDB-A8C6-045110DAD992}"/>
                  </a:ext>
                </a:extLst>
              </p:cNvPr>
              <p:cNvSpPr/>
              <p:nvPr/>
            </p:nvSpPr>
            <p:spPr>
              <a:xfrm>
                <a:off x="4438558" y="3919437"/>
                <a:ext cx="790666" cy="534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highlight>
                      <a:srgbClr val="FFFF00"/>
                    </a:highlight>
                  </a:rPr>
                  <a:t> 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EEF79D1-897C-4EDB-A8C6-045110DAD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558" y="3919437"/>
                <a:ext cx="790666" cy="53418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橢圓 61">
            <a:extLst>
              <a:ext uri="{FF2B5EF4-FFF2-40B4-BE49-F238E27FC236}">
                <a16:creationId xmlns:a16="http://schemas.microsoft.com/office/drawing/2014/main" id="{486BB2E8-AD9C-4C19-BF79-3F20282F96DF}"/>
              </a:ext>
            </a:extLst>
          </p:cNvPr>
          <p:cNvSpPr/>
          <p:nvPr/>
        </p:nvSpPr>
        <p:spPr>
          <a:xfrm>
            <a:off x="3947391" y="470969"/>
            <a:ext cx="339614" cy="3396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7ED2AA0-23BB-4158-9947-55E49B415D6F}"/>
                  </a:ext>
                </a:extLst>
              </p:cNvPr>
              <p:cNvSpPr/>
              <p:nvPr/>
            </p:nvSpPr>
            <p:spPr>
              <a:xfrm>
                <a:off x="403540" y="226714"/>
                <a:ext cx="3091899" cy="77989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dirty="0"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1400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sz="1400" dirty="0"/>
                  <a:t> </a:t>
                </a:r>
                <a:r>
                  <a:rPr lang="en-US" altLang="zh-TW" sz="1400" dirty="0"/>
                  <a:t>=</a:t>
                </a:r>
                <a:r>
                  <a:rPr lang="zh-TW" altLang="en-US" sz="1400" dirty="0"/>
                  <a:t>輸入*</a:t>
                </a:r>
                <a:r>
                  <a:rPr lang="zh-TW" altLang="en-US" sz="1400" dirty="0">
                    <a:solidFill>
                      <a:srgbClr val="FF0000"/>
                    </a:solidFill>
                  </a:rPr>
                  <a:t>激活函數微分</a:t>
                </a:r>
                <a:r>
                  <a:rPr lang="zh-TW" altLang="en-US" sz="1400" dirty="0"/>
                  <a:t>*</a:t>
                </a:r>
                <a:r>
                  <a:rPr lang="zh-TW" altLang="en-US" sz="1400" dirty="0">
                    <a:solidFill>
                      <a:srgbClr val="00B050"/>
                    </a:solidFill>
                  </a:rPr>
                  <a:t>輸出梯度</a:t>
                </a:r>
                <a:endParaRPr lang="en-US" altLang="zh-TW" sz="1400" dirty="0">
                  <a:solidFill>
                    <a:srgbClr val="00B050"/>
                  </a:solidFill>
                </a:endParaRPr>
              </a:p>
              <a:p>
                <a:r>
                  <a:rPr lang="zh-TW" altLang="en-US" sz="1400" dirty="0">
                    <a:solidFill>
                      <a:srgbClr val="00B050"/>
                    </a:solidFill>
                  </a:rPr>
                  <a:t>           </a:t>
                </a:r>
                <a:r>
                  <a:rPr lang="en-US" altLang="zh-TW" sz="14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1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TW" altLang="en-US" sz="1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4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400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400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7ED2AA0-23BB-4158-9947-55E49B415D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40" y="226714"/>
                <a:ext cx="3091899" cy="779893"/>
              </a:xfrm>
              <a:prstGeom prst="rect">
                <a:avLst/>
              </a:prstGeom>
              <a:blipFill>
                <a:blip r:embed="rId32"/>
                <a:stretch>
                  <a:fillRect r="-1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41602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0.25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0.13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0.30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0.42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0.50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  <a:blipFill>
                <a:blip r:embed="rId1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  <a:blipFill>
                <a:blip r:embed="rId1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0.46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  <a:blipFill>
                <a:blip r:embed="rId14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0.61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  <a:blipFill>
                <a:blip r:embed="rId15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84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0.54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17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0.67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18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52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/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1.42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  <a:blipFill>
                <a:blip r:embed="rId20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/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0.80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  <a:blipFill>
                <a:blip r:embed="rId21"/>
                <a:stretch>
                  <a:fillRect l="-8247" t="-2830" r="-1855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/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1.51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  <a:blipFill>
                <a:blip r:embed="rId2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/>
              <p:nvPr/>
            </p:nvSpPr>
            <p:spPr>
              <a:xfrm>
                <a:off x="5627643" y="3622210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0.82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3622210"/>
                <a:ext cx="588623" cy="646331"/>
              </a:xfrm>
              <a:prstGeom prst="rect">
                <a:avLst/>
              </a:prstGeom>
              <a:blipFill>
                <a:blip r:embed="rId23"/>
                <a:stretch>
                  <a:fillRect l="-8247" t="-2830" r="-1752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/>
              <p:nvPr/>
            </p:nvSpPr>
            <p:spPr>
              <a:xfrm>
                <a:off x="7314776" y="1640489"/>
                <a:ext cx="4675355" cy="4421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           =</m:t>
                    </m:r>
                    <m:f>
                      <m:fPr>
                        <m:ctrlPr>
                          <a:rPr lang="zh-TW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b="0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en-US" altLang="zh-TW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b="0" i="0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dirty="0">
                  <a:solidFill>
                    <a:srgbClr val="0000FF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altLang="zh-TW" i="1" dirty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 panose="02040503050406030204" pitchFamily="18" charset="0"/>
                      </a:rPr>
                      <m:t>Σ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zh-TW" altLang="en-US" i="1" dirty="0">
                        <a:latin typeface="Cambria Math" panose="02040503050406030204" pitchFamily="18" charset="0"/>
                      </a:rPr>
                      <m:t>有關的</m:t>
                    </m:r>
                  </m:oMath>
                </a14:m>
                <a:r>
                  <a:rPr lang="en-US" altLang="zh-TW" dirty="0"/>
                  <a:t>(</a:t>
                </a:r>
                <a:r>
                  <a:rPr lang="zh-TW" altLang="en-US" dirty="0"/>
                  <a:t>權重*</a:t>
                </a:r>
                <a:r>
                  <a:rPr lang="zh-TW" altLang="en-US" dirty="0">
                    <a:solidFill>
                      <a:srgbClr val="FF0000"/>
                    </a:solidFill>
                  </a:rPr>
                  <a:t>激活函數微分</a:t>
                </a:r>
                <a:r>
                  <a:rPr lang="zh-TW" altLang="en-US" dirty="0"/>
                  <a:t>*</a:t>
                </a:r>
                <a:r>
                  <a:rPr lang="zh-TW" altLang="en-US" dirty="0">
                    <a:solidFill>
                      <a:srgbClr val="00B050"/>
                    </a:solidFill>
                  </a:rPr>
                  <a:t>輸出梯度</a:t>
                </a:r>
                <a:r>
                  <a:rPr lang="en-US" altLang="zh-TW" dirty="0"/>
                  <a:t>)]</a:t>
                </a:r>
                <a:r>
                  <a:rPr lang="en-US" altLang="zh-TW" i="1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776" y="1640489"/>
                <a:ext cx="4675355" cy="4421210"/>
              </a:xfrm>
              <a:prstGeom prst="rect">
                <a:avLst/>
              </a:prstGeom>
              <a:blipFill>
                <a:blip r:embed="rId24"/>
                <a:stretch>
                  <a:fillRect l="-1173" r="-391" b="-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TW" altLang="en-US" sz="4400" dirty="0"/>
                  <a:t>證明</a:t>
                </a:r>
                <a:r>
                  <a:rPr lang="en-US" altLang="zh-TW" sz="4400" dirty="0"/>
                  <a:t>(</a:t>
                </a:r>
                <a:r>
                  <a:rPr lang="zh-TW" altLang="en-US" sz="4400" dirty="0"/>
                  <a:t>計算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3200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3200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4400" dirty="0"/>
                  <a:t>)</a:t>
                </a:r>
              </a:p>
            </p:txBody>
          </p:sp>
        </mc:Choice>
        <mc:Fallback xmlns="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5"/>
                <a:stretch>
                  <a:fillRect t="-32500" b="-17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BC79C01-8747-4F87-97B0-112D16E5A002}"/>
                  </a:ext>
                </a:extLst>
              </p:cNvPr>
              <p:cNvSpPr/>
              <p:nvPr/>
            </p:nvSpPr>
            <p:spPr>
              <a:xfrm>
                <a:off x="6292618" y="2064335"/>
                <a:ext cx="770211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= 0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BC79C01-8747-4F87-97B0-112D16E5A0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618" y="2064335"/>
                <a:ext cx="770211" cy="369332"/>
              </a:xfrm>
              <a:prstGeom prst="rect">
                <a:avLst/>
              </a:prstGeom>
              <a:blipFill>
                <a:blip r:embed="rId26"/>
                <a:stretch>
                  <a:fillRect t="-8065" r="-5426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D8FE2082-23B5-46E7-BC75-54FA75735AAF}"/>
                  </a:ext>
                </a:extLst>
              </p:cNvPr>
              <p:cNvSpPr/>
              <p:nvPr/>
            </p:nvSpPr>
            <p:spPr>
              <a:xfrm>
                <a:off x="6288592" y="3764517"/>
                <a:ext cx="775533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= 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D8FE2082-23B5-46E7-BC75-54FA75735A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592" y="3764517"/>
                <a:ext cx="775533" cy="369332"/>
              </a:xfrm>
              <a:prstGeom prst="rect">
                <a:avLst/>
              </a:prstGeom>
              <a:blipFill>
                <a:blip r:embed="rId27"/>
                <a:stretch>
                  <a:fillRect t="-8065" r="-4651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4FBF355-3EE5-4907-82C1-9F514575192B}"/>
                  </a:ext>
                </a:extLst>
              </p:cNvPr>
              <p:cNvSpPr/>
              <p:nvPr/>
            </p:nvSpPr>
            <p:spPr>
              <a:xfrm>
                <a:off x="8228918" y="298931"/>
                <a:ext cx="3648756" cy="48346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total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4FBF355-3EE5-4907-82C1-9F5145751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918" y="298931"/>
                <a:ext cx="3648756" cy="483466"/>
              </a:xfrm>
              <a:prstGeom prst="rect">
                <a:avLst/>
              </a:prstGeom>
              <a:blipFill>
                <a:blip r:embed="rId28"/>
                <a:stretch>
                  <a:fillRect b="-123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B23FF324-375B-42B0-A96C-0E92DBCD8643}"/>
                  </a:ext>
                </a:extLst>
              </p:cNvPr>
              <p:cNvSpPr/>
              <p:nvPr/>
            </p:nvSpPr>
            <p:spPr>
              <a:xfrm>
                <a:off x="8228918" y="803828"/>
                <a:ext cx="3648756" cy="4849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dirty="0"/>
                          <m:t>Sigmoid</m:t>
                        </m:r>
                      </m:e>
                      <m:sup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) 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B23FF324-375B-42B0-A96C-0E92DBCD86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918" y="803828"/>
                <a:ext cx="3648756" cy="484941"/>
              </a:xfrm>
              <a:prstGeom prst="rect">
                <a:avLst/>
              </a:prstGeom>
              <a:blipFill>
                <a:blip r:embed="rId29"/>
                <a:stretch>
                  <a:fillRect l="-333" b="-61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52D10BE-0434-4506-A449-5301C84C662F}"/>
                  </a:ext>
                </a:extLst>
              </p:cNvPr>
              <p:cNvSpPr/>
              <p:nvPr/>
            </p:nvSpPr>
            <p:spPr>
              <a:xfrm>
                <a:off x="3328260" y="3687654"/>
                <a:ext cx="732059" cy="5385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400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400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52D10BE-0434-4506-A449-5301C84C6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260" y="3687654"/>
                <a:ext cx="732059" cy="538545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C3354D3-3CA4-4C30-8540-960B4EE9369A}"/>
                  </a:ext>
                </a:extLst>
              </p:cNvPr>
              <p:cNvSpPr/>
              <p:nvPr/>
            </p:nvSpPr>
            <p:spPr>
              <a:xfrm>
                <a:off x="2906812" y="3687654"/>
                <a:ext cx="510716" cy="5385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C3354D3-3CA4-4C30-8540-960B4EE936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2" y="3687654"/>
                <a:ext cx="510716" cy="53854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5748ECC-97ED-4D58-ADA0-991369CCD91A}"/>
                  </a:ext>
                </a:extLst>
              </p:cNvPr>
              <p:cNvSpPr/>
              <p:nvPr/>
            </p:nvSpPr>
            <p:spPr>
              <a:xfrm>
                <a:off x="5733930" y="3212017"/>
                <a:ext cx="732060" cy="5388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400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400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1400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5748ECC-97ED-4D58-ADA0-991369CCD9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930" y="3212017"/>
                <a:ext cx="732060" cy="538802"/>
              </a:xfrm>
              <a:prstGeom prst="rect">
                <a:avLst/>
              </a:prstGeom>
              <a:blipFill>
                <a:blip r:embed="rId32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A45C745-6245-4273-8D77-6F3B0B8A2E46}"/>
                  </a:ext>
                </a:extLst>
              </p:cNvPr>
              <p:cNvSpPr/>
              <p:nvPr/>
            </p:nvSpPr>
            <p:spPr>
              <a:xfrm>
                <a:off x="5126540" y="3250811"/>
                <a:ext cx="511807" cy="539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1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A45C745-6245-4273-8D77-6F3B0B8A2E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540" y="3250811"/>
                <a:ext cx="511807" cy="539058"/>
              </a:xfrm>
              <a:prstGeom prst="rect">
                <a:avLst/>
              </a:prstGeom>
              <a:blipFill>
                <a:blip r:embed="rId33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817C4D09-BD9C-411F-BE10-36173177D1EF}"/>
                  </a:ext>
                </a:extLst>
              </p:cNvPr>
              <p:cNvSpPr/>
              <p:nvPr/>
            </p:nvSpPr>
            <p:spPr>
              <a:xfrm>
                <a:off x="5650334" y="1460536"/>
                <a:ext cx="732060" cy="5388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1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400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400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14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817C4D09-BD9C-411F-BE10-36173177D1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334" y="1460536"/>
                <a:ext cx="732060" cy="538802"/>
              </a:xfrm>
              <a:prstGeom prst="rect">
                <a:avLst/>
              </a:prstGeom>
              <a:blipFill>
                <a:blip r:embed="rId34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8FD85AE5-F6A9-498D-A00B-2EBC10A362C8}"/>
                  </a:ext>
                </a:extLst>
              </p:cNvPr>
              <p:cNvSpPr/>
              <p:nvPr/>
            </p:nvSpPr>
            <p:spPr>
              <a:xfrm>
                <a:off x="5070455" y="1460536"/>
                <a:ext cx="510716" cy="5378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1400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400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8FD85AE5-F6A9-498D-A00B-2EBC10A36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455" y="1460536"/>
                <a:ext cx="510716" cy="537840"/>
              </a:xfrm>
              <a:prstGeom prst="rect">
                <a:avLst/>
              </a:prstGeom>
              <a:blipFill>
                <a:blip r:embed="rId35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A96BDA4-CF23-4BD0-BE7D-C8D47D12DCE3}"/>
                  </a:ext>
                </a:extLst>
              </p:cNvPr>
              <p:cNvSpPr/>
              <p:nvPr/>
            </p:nvSpPr>
            <p:spPr>
              <a:xfrm>
                <a:off x="2167558" y="4147709"/>
                <a:ext cx="790666" cy="5434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highlight>
                      <a:srgbClr val="FFFF00"/>
                    </a:highlight>
                  </a:rPr>
                  <a:t> </a:t>
                </a: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A96BDA4-CF23-4BD0-BE7D-C8D47D12DC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558" y="4147709"/>
                <a:ext cx="790666" cy="54348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34A8828-A741-4DAD-BF91-E5F2F2CFD08D}"/>
                  </a:ext>
                </a:extLst>
              </p:cNvPr>
              <p:cNvSpPr/>
              <p:nvPr/>
            </p:nvSpPr>
            <p:spPr>
              <a:xfrm>
                <a:off x="290074" y="258126"/>
                <a:ext cx="3544175" cy="93929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2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dirty="0"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12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200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1200" dirty="0"/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2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  <m:sSub>
                      <m:sSubPr>
                        <m:ctrlPr>
                          <a:rPr lang="en-US" altLang="zh-TW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TW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TW" alt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有關的</m:t>
                    </m:r>
                  </m:oMath>
                </a14:m>
                <a:r>
                  <a:rPr lang="en-US" altLang="zh-TW" sz="1200" dirty="0">
                    <a:solidFill>
                      <a:schemeClr val="tx1"/>
                    </a:solidFill>
                  </a:rPr>
                  <a:t>(</a:t>
                </a:r>
                <a:r>
                  <a:rPr lang="zh-TW" altLang="en-US" sz="1200" dirty="0">
                    <a:solidFill>
                      <a:schemeClr val="tx1"/>
                    </a:solidFill>
                  </a:rPr>
                  <a:t>權重*</a:t>
                </a:r>
                <a:r>
                  <a:rPr lang="zh-TW" altLang="en-US" sz="1200" dirty="0">
                    <a:solidFill>
                      <a:srgbClr val="FF0000"/>
                    </a:solidFill>
                  </a:rPr>
                  <a:t>激活函數微分</a:t>
                </a:r>
                <a:r>
                  <a:rPr lang="zh-TW" altLang="en-US" sz="1200" dirty="0">
                    <a:solidFill>
                      <a:schemeClr val="tx1"/>
                    </a:solidFill>
                  </a:rPr>
                  <a:t>*</a:t>
                </a:r>
                <a:r>
                  <a:rPr lang="zh-TW" altLang="en-US" sz="1200" dirty="0">
                    <a:solidFill>
                      <a:srgbClr val="00B050"/>
                    </a:solidFill>
                  </a:rPr>
                  <a:t>輸出梯度</a:t>
                </a:r>
                <a:r>
                  <a:rPr lang="en-US" altLang="zh-TW" sz="1200" dirty="0">
                    <a:solidFill>
                      <a:schemeClr val="tx1"/>
                    </a:solidFill>
                  </a:rPr>
                  <a:t>)]</a:t>
                </a:r>
              </a:p>
              <a:p>
                <a:pPr>
                  <a:lnSpc>
                    <a:spcPct val="150000"/>
                  </a:lnSpc>
                </a:pPr>
                <a:r>
                  <a:rPr lang="zh-TW" altLang="en-US" sz="1200" dirty="0">
                    <a:solidFill>
                      <a:schemeClr val="tx1"/>
                    </a:solidFill>
                  </a:rPr>
                  <a:t>          </a:t>
                </a:r>
                <a:r>
                  <a:rPr lang="en-US" altLang="zh-TW" sz="1200" dirty="0">
                    <a:solidFill>
                      <a:schemeClr val="tx1"/>
                    </a:solidFill>
                  </a:rPr>
                  <a:t>=</a:t>
                </a:r>
                <a:r>
                  <a:rPr lang="zh-TW" altLang="en-US" sz="1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zh-TW" altLang="en-US" sz="1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2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2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2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sz="1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1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200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200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TW" sz="1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zh-TW" altLang="en-US" sz="1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2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2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200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sz="1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1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200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200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200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34A8828-A741-4DAD-BF91-E5F2F2CFD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74" y="258126"/>
                <a:ext cx="3544175" cy="939296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橢圓 72">
            <a:extLst>
              <a:ext uri="{FF2B5EF4-FFF2-40B4-BE49-F238E27FC236}">
                <a16:creationId xmlns:a16="http://schemas.microsoft.com/office/drawing/2014/main" id="{907032C8-3464-4B78-AC30-5416BB085D66}"/>
              </a:ext>
            </a:extLst>
          </p:cNvPr>
          <p:cNvSpPr/>
          <p:nvPr/>
        </p:nvSpPr>
        <p:spPr>
          <a:xfrm>
            <a:off x="3990183" y="466136"/>
            <a:ext cx="339614" cy="3396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2483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0.25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0.13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0.30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0.42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0.50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  <a:blipFill>
                <a:blip r:embed="rId1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  <a:blipFill>
                <a:blip r:embed="rId1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0.46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  <a:blipFill>
                <a:blip r:embed="rId14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0.61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  <a:blipFill>
                <a:blip r:embed="rId15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84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0.54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17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0.67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18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52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/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1.42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  <a:blipFill>
                <a:blip r:embed="rId20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/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0.80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  <a:blipFill>
                <a:blip r:embed="rId21"/>
                <a:stretch>
                  <a:fillRect l="-8247" t="-2830" r="-1855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/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1.51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  <a:blipFill>
                <a:blip r:embed="rId2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/>
              <p:nvPr/>
            </p:nvSpPr>
            <p:spPr>
              <a:xfrm>
                <a:off x="5627643" y="3622210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0.82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3622210"/>
                <a:ext cx="588623" cy="646331"/>
              </a:xfrm>
              <a:prstGeom prst="rect">
                <a:avLst/>
              </a:prstGeom>
              <a:blipFill>
                <a:blip r:embed="rId23"/>
                <a:stretch>
                  <a:fillRect l="-8247" t="-2830" r="-1752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/>
              <p:nvPr/>
            </p:nvSpPr>
            <p:spPr>
              <a:xfrm>
                <a:off x="7731519" y="219563"/>
                <a:ext cx="3847863" cy="598490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solidFill>
                      <a:prstClr val="black"/>
                    </a:solidFill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i="1" dirty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 </a:t>
                </a:r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i="1" dirty="0"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           =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+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f>
                          <m:f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TW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dirty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 dirty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dirty="0">
                  <a:solidFill>
                    <a:srgbClr val="0000FF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i="1" dirty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altLang="zh-TW" i="1" dirty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chemeClr val="tx1"/>
                        </a:solidFill>
                      </a:rPr>
                      <m:t>0.61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nor/>
                      </m:rPr>
                      <a:rPr lang="en-US" altLang="zh-TW" dirty="0"/>
                      <m:t>(1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TW" dirty="0"/>
                      <m:t>0.61) =</m:t>
                    </m:r>
                    <m:r>
                      <m:rPr>
                        <m:nor/>
                      </m:rPr>
                      <a:rPr lang="en-US" altLang="zh-TW" b="0" i="0" dirty="0" smtClean="0"/>
                      <m:t>0.24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</a:rPr>
                  <a:t>0.02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519" y="219563"/>
                <a:ext cx="3847863" cy="598490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TW" altLang="en-US" sz="4400" dirty="0"/>
                  <a:t>計算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3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lang="zh-TW" altLang="en-US" sz="3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1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altLang="zh-TW" sz="31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31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3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1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altLang="zh-TW" sz="31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100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sz="4400" dirty="0"/>
              </a:p>
            </p:txBody>
          </p:sp>
        </mc:Choice>
        <mc:Fallback xmlns="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5"/>
                <a:stretch>
                  <a:fillRect t="-33333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BC79C01-8747-4F87-97B0-112D16E5A002}"/>
                  </a:ext>
                </a:extLst>
              </p:cNvPr>
              <p:cNvSpPr/>
              <p:nvPr/>
            </p:nvSpPr>
            <p:spPr>
              <a:xfrm>
                <a:off x="6292618" y="2064335"/>
                <a:ext cx="770211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= 0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BC79C01-8747-4F87-97B0-112D16E5A0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618" y="2064335"/>
                <a:ext cx="770211" cy="369332"/>
              </a:xfrm>
              <a:prstGeom prst="rect">
                <a:avLst/>
              </a:prstGeom>
              <a:blipFill>
                <a:blip r:embed="rId26"/>
                <a:stretch>
                  <a:fillRect t="-8065" r="-5426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D8FE2082-23B5-46E7-BC75-54FA75735AAF}"/>
                  </a:ext>
                </a:extLst>
              </p:cNvPr>
              <p:cNvSpPr/>
              <p:nvPr/>
            </p:nvSpPr>
            <p:spPr>
              <a:xfrm>
                <a:off x="6288592" y="3764517"/>
                <a:ext cx="775533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= 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D8FE2082-23B5-46E7-BC75-54FA75735A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592" y="3764517"/>
                <a:ext cx="775533" cy="369332"/>
              </a:xfrm>
              <a:prstGeom prst="rect">
                <a:avLst/>
              </a:prstGeom>
              <a:blipFill>
                <a:blip r:embed="rId27"/>
                <a:stretch>
                  <a:fillRect t="-8065" r="-4651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4FBF355-3EE5-4907-82C1-9F514575192B}"/>
                  </a:ext>
                </a:extLst>
              </p:cNvPr>
              <p:cNvSpPr/>
              <p:nvPr/>
            </p:nvSpPr>
            <p:spPr>
              <a:xfrm>
                <a:off x="621199" y="172996"/>
                <a:ext cx="3648756" cy="48346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total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4FBF355-3EE5-4907-82C1-9F5145751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99" y="172996"/>
                <a:ext cx="3648756" cy="483466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B23FF324-375B-42B0-A96C-0E92DBCD8643}"/>
                  </a:ext>
                </a:extLst>
              </p:cNvPr>
              <p:cNvSpPr/>
              <p:nvPr/>
            </p:nvSpPr>
            <p:spPr>
              <a:xfrm>
                <a:off x="612618" y="761748"/>
                <a:ext cx="3648756" cy="4849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dirty="0"/>
                          <m:t>Sigmoid</m:t>
                        </m:r>
                      </m:e>
                      <m:sup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) 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B23FF324-375B-42B0-A96C-0E92DBCD86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18" y="761748"/>
                <a:ext cx="3648756" cy="484941"/>
              </a:xfrm>
              <a:prstGeom prst="rect">
                <a:avLst/>
              </a:prstGeom>
              <a:blipFill>
                <a:blip r:embed="rId29"/>
                <a:stretch>
                  <a:fillRect l="-333" b="-48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52D10BE-0434-4506-A449-5301C84C662F}"/>
                  </a:ext>
                </a:extLst>
              </p:cNvPr>
              <p:cNvSpPr/>
              <p:nvPr/>
            </p:nvSpPr>
            <p:spPr>
              <a:xfrm>
                <a:off x="3328260" y="3687654"/>
                <a:ext cx="732059" cy="5385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400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400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52D10BE-0434-4506-A449-5301C84C6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260" y="3687654"/>
                <a:ext cx="732059" cy="538545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C3354D3-3CA4-4C30-8540-960B4EE9369A}"/>
                  </a:ext>
                </a:extLst>
              </p:cNvPr>
              <p:cNvSpPr/>
              <p:nvPr/>
            </p:nvSpPr>
            <p:spPr>
              <a:xfrm>
                <a:off x="2906812" y="3687654"/>
                <a:ext cx="510716" cy="5385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C3354D3-3CA4-4C30-8540-960B4EE936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2" y="3687654"/>
                <a:ext cx="510716" cy="53854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5748ECC-97ED-4D58-ADA0-991369CCD91A}"/>
                  </a:ext>
                </a:extLst>
              </p:cNvPr>
              <p:cNvSpPr/>
              <p:nvPr/>
            </p:nvSpPr>
            <p:spPr>
              <a:xfrm>
                <a:off x="5733930" y="3212017"/>
                <a:ext cx="732060" cy="5388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400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400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1400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5748ECC-97ED-4D58-ADA0-991369CCD9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930" y="3212017"/>
                <a:ext cx="732060" cy="538802"/>
              </a:xfrm>
              <a:prstGeom prst="rect">
                <a:avLst/>
              </a:prstGeom>
              <a:blipFill>
                <a:blip r:embed="rId32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A45C745-6245-4273-8D77-6F3B0B8A2E46}"/>
                  </a:ext>
                </a:extLst>
              </p:cNvPr>
              <p:cNvSpPr/>
              <p:nvPr/>
            </p:nvSpPr>
            <p:spPr>
              <a:xfrm>
                <a:off x="5126540" y="3250811"/>
                <a:ext cx="511807" cy="539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1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A45C745-6245-4273-8D77-6F3B0B8A2E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540" y="3250811"/>
                <a:ext cx="511807" cy="539058"/>
              </a:xfrm>
              <a:prstGeom prst="rect">
                <a:avLst/>
              </a:prstGeom>
              <a:blipFill>
                <a:blip r:embed="rId33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817C4D09-BD9C-411F-BE10-36173177D1EF}"/>
                  </a:ext>
                </a:extLst>
              </p:cNvPr>
              <p:cNvSpPr/>
              <p:nvPr/>
            </p:nvSpPr>
            <p:spPr>
              <a:xfrm>
                <a:off x="5650334" y="1460536"/>
                <a:ext cx="732060" cy="5388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1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400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400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14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817C4D09-BD9C-411F-BE10-36173177D1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334" y="1460536"/>
                <a:ext cx="732060" cy="538802"/>
              </a:xfrm>
              <a:prstGeom prst="rect">
                <a:avLst/>
              </a:prstGeom>
              <a:blipFill>
                <a:blip r:embed="rId34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8FD85AE5-F6A9-498D-A00B-2EBC10A362C8}"/>
                  </a:ext>
                </a:extLst>
              </p:cNvPr>
              <p:cNvSpPr/>
              <p:nvPr/>
            </p:nvSpPr>
            <p:spPr>
              <a:xfrm>
                <a:off x="5070455" y="1460536"/>
                <a:ext cx="510716" cy="5378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1400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400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8FD85AE5-F6A9-498D-A00B-2EBC10A36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455" y="1460536"/>
                <a:ext cx="510716" cy="537840"/>
              </a:xfrm>
              <a:prstGeom prst="rect">
                <a:avLst/>
              </a:prstGeom>
              <a:blipFill>
                <a:blip r:embed="rId35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A96BDA4-CF23-4BD0-BE7D-C8D47D12DCE3}"/>
                  </a:ext>
                </a:extLst>
              </p:cNvPr>
              <p:cNvSpPr/>
              <p:nvPr/>
            </p:nvSpPr>
            <p:spPr>
              <a:xfrm>
                <a:off x="2167558" y="4147709"/>
                <a:ext cx="790666" cy="5434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highlight>
                      <a:srgbClr val="FFFF00"/>
                    </a:highlight>
                  </a:rPr>
                  <a:t> </a:t>
                </a: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A96BDA4-CF23-4BD0-BE7D-C8D47D12DC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558" y="4147709"/>
                <a:ext cx="790666" cy="54348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2449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>
            <a:extLst>
              <a:ext uri="{FF2B5EF4-FFF2-40B4-BE49-F238E27FC236}">
                <a16:creationId xmlns:a16="http://schemas.microsoft.com/office/drawing/2014/main" id="{AB1E109D-3F16-4550-8B3E-5330E9384BDB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E12B07E-CEC6-4C72-976F-01B2393066DF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E8D6DB8-00B5-4C03-AB41-C2DD21FB45C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CE02B38-6E0F-4F88-896D-C47D95F3FD13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764044F-0EEE-42BB-9CBD-517A20801723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0FB3D01-8968-4178-B20A-5046982D6717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F7B3315-C35B-4E50-91EE-840C1F193D98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23B30F1-AE54-4019-85A0-E61144998276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A7D7868-A8E8-48D5-8AC5-6C86F1FF761A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E12235E-E266-4A17-87DB-76C579ED68CD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2F4B38C4-389D-4E42-B01F-415364A461BA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057E389-9FC5-4D31-91EB-8C4B84D05E1D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191A9F6-F25F-4709-A09C-9827C0D6A664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AC0768AE-98D7-4B80-99A1-5A9B6A6CDEC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6A13066-0E31-4764-8F94-C129C8AF3A98}"/>
              </a:ext>
            </a:extLst>
          </p:cNvPr>
          <p:cNvCxnSpPr>
            <a:endCxn id="8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65740CF6-E084-4EB4-90D5-12E0F57F20AF}"/>
              </a:ext>
            </a:extLst>
          </p:cNvPr>
          <p:cNvCxnSpPr>
            <a:stCxn id="9" idx="0"/>
            <a:endCxn id="9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5216D77-B024-4773-ACA9-066F14F8BEF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583D035-41A9-47BA-B46B-A008F045D1C1}"/>
              </a:ext>
            </a:extLst>
          </p:cNvPr>
          <p:cNvCxnSpPr>
            <a:stCxn id="13" idx="0"/>
            <a:endCxn id="13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29C4399-0E37-4194-910A-AE886E100F59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41C8FE18-AF40-4F72-8768-D2052C1A1CD6}"/>
              </a:ext>
            </a:extLst>
          </p:cNvPr>
          <p:cNvCxnSpPr>
            <a:cxnSpLocks/>
            <a:stCxn id="9" idx="2"/>
            <a:endCxn id="61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827EB38-79C6-45EC-948A-E27E1D2F3D37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A053CD-AE17-43C7-8036-559786615F12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2BE65C7B-FB8E-4F65-968C-AA6BE22E1F7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7F4B53FD-9F20-4431-B4AF-2017B74F4A4C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23F08E0-2EE3-4470-B2F8-A2E65B13B260}"/>
              </a:ext>
            </a:extLst>
          </p:cNvPr>
          <p:cNvCxnSpPr>
            <a:cxnSpLocks/>
            <a:stCxn id="13" idx="2"/>
            <a:endCxn id="70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3A090DF-1F5B-42D5-ACCD-1CF4EC2AD68B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套索 73">
            <a:extLst>
              <a:ext uri="{FF2B5EF4-FFF2-40B4-BE49-F238E27FC236}">
                <a16:creationId xmlns:a16="http://schemas.microsoft.com/office/drawing/2014/main" id="{1C13A0A1-F37C-4506-A3C0-739C63B2DA82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套索 74">
            <a:extLst>
              <a:ext uri="{FF2B5EF4-FFF2-40B4-BE49-F238E27FC236}">
                <a16:creationId xmlns:a16="http://schemas.microsoft.com/office/drawing/2014/main" id="{9CE1B335-CD40-4062-9B53-FEF6A136DF2B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套索 75">
            <a:extLst>
              <a:ext uri="{FF2B5EF4-FFF2-40B4-BE49-F238E27FC236}">
                <a16:creationId xmlns:a16="http://schemas.microsoft.com/office/drawing/2014/main" id="{BDA594CA-8C86-414D-AD5B-9897C82514DA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套索 76">
            <a:extLst>
              <a:ext uri="{FF2B5EF4-FFF2-40B4-BE49-F238E27FC236}">
                <a16:creationId xmlns:a16="http://schemas.microsoft.com/office/drawing/2014/main" id="{CC122FD1-A69F-4C44-A8EC-B1F8E33B607F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FA2954D3-9944-4E86-9B63-94629BF3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6AF8148-79B5-4352-8F41-D6B2920AE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/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0.25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F90C5630-A88C-4C0D-BAC5-C552685E6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83" y="3056498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/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0.13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393A819-2888-455E-B6D8-3FD963761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83" y="2332286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/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0.30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D5CC18-A792-43C0-AA82-596B379D1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52" y="167336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/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0.42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F2D14F2-0A8E-457A-ACA2-CE923B13A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997" y="3701817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79537A2-05B9-4B58-95F9-ABD02D814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C76EACF0-9790-4F2B-A8C4-7A594CF7B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1BA7AE7-F7D0-40C1-9883-27CB795C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01E66211-AFDA-4BA4-9EF0-55E486AE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/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0.50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B538808F-CC32-4E59-98BB-BB63B1B9F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  <a:blipFill>
                <a:blip r:embed="rId1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/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33CD287A-202F-4DF8-9717-CA2C7F9379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  <a:blipFill>
                <a:blip r:embed="rId1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/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0.46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24A56E87-5B9D-4BAB-89AF-28C3AFA0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  <a:blipFill>
                <a:blip r:embed="rId14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/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0.61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590D626-104B-478E-9D71-7BB967D12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  <a:blipFill>
                <a:blip r:embed="rId15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/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84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CD5D631-BDEF-4466-B7B0-A244551F37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2272397"/>
                <a:ext cx="646331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/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0.54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44C5D44-5878-4A24-99E0-1EDE16CAD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1" y="3104488"/>
                <a:ext cx="600742" cy="646331"/>
              </a:xfrm>
              <a:prstGeom prst="rect">
                <a:avLst/>
              </a:prstGeom>
              <a:blipFill>
                <a:blip r:embed="rId17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/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0.67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F0A4E45-DE2D-456A-AB7E-B50FA4D21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98" y="1509808"/>
                <a:ext cx="614207" cy="646331"/>
              </a:xfrm>
              <a:prstGeom prst="rect">
                <a:avLst/>
              </a:prstGeom>
              <a:blipFill>
                <a:blip r:embed="rId18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/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52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6CBC95B-7B65-4EF0-9403-1FA7B165B2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87" y="3906620"/>
                <a:ext cx="646331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/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1.42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F665E174-83C7-425F-AD63-8DE9B41A2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  <a:blipFill>
                <a:blip r:embed="rId20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/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0.80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0AC07137-1FBD-4E55-9863-F6EFB5283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  <a:blipFill>
                <a:blip r:embed="rId21"/>
                <a:stretch>
                  <a:fillRect l="-8247" t="-2830" r="-1855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/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1.51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AEB9248-D6AC-4B2A-8107-A5A1B4CCC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  <a:blipFill>
                <a:blip r:embed="rId2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/>
              <p:nvPr/>
            </p:nvSpPr>
            <p:spPr>
              <a:xfrm>
                <a:off x="5627643" y="3622210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0.82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1D02795-111E-432B-8ED2-995393B69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3622210"/>
                <a:ext cx="588623" cy="646331"/>
              </a:xfrm>
              <a:prstGeom prst="rect">
                <a:avLst/>
              </a:prstGeom>
              <a:blipFill>
                <a:blip r:embed="rId23"/>
                <a:stretch>
                  <a:fillRect l="-8247" t="-2830" r="-1752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/>
              <p:nvPr/>
            </p:nvSpPr>
            <p:spPr>
              <a:xfrm>
                <a:off x="7855967" y="1591083"/>
                <a:ext cx="4874484" cy="26816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solidFill>
                      <a:prstClr val="black"/>
                    </a:solidFill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dirty="0">
                    <a:solidFill>
                      <a:srgbClr val="00B050"/>
                    </a:solidFill>
                  </a:rPr>
                  <a:t>輸出梯度 </a:t>
                </a:r>
                <a:r>
                  <a:rPr lang="zh-TW" altLang="en-US" dirty="0">
                    <a:latin typeface="Cambria Math" panose="02040503050406030204" pitchFamily="18" charset="0"/>
                  </a:rPr>
                  <a:t>可參考</a:t>
                </a:r>
                <a:r>
                  <a:rPr lang="en-US" altLang="zh-TW" i="1" dirty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 </a:t>
                </a:r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zh-TW" altLang="en-US" dirty="0">
                        <a:solidFill>
                          <a:srgbClr val="FF0000"/>
                        </a:solidFill>
                      </a:rPr>
                      <m:t>激活函數微分</m:t>
                    </m:r>
                  </m:oMath>
                </a14:m>
                <a:r>
                  <a:rPr lang="zh-TW" altLang="en-US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 </a:t>
                </a:r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b="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B5190F-F42B-49DD-945C-D1AEAF96B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5967" y="1591083"/>
                <a:ext cx="4874484" cy="26816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TW" altLang="en-US" sz="4400" dirty="0"/>
                  <a:t>證明</a:t>
                </a:r>
                <a:r>
                  <a:rPr lang="en-US" altLang="zh-TW" sz="4400" dirty="0"/>
                  <a:t>(</a:t>
                </a:r>
                <a:r>
                  <a:rPr lang="zh-TW" altLang="en-US" sz="4400" dirty="0"/>
                  <a:t>計算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3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lang="zh-TW" altLang="en-US" sz="3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1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altLang="zh-TW" sz="31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31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3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1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altLang="zh-TW" sz="31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3100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4400" dirty="0"/>
                  <a:t>)</a:t>
                </a:r>
              </a:p>
            </p:txBody>
          </p:sp>
        </mc:Choice>
        <mc:Fallback xmlns="">
          <p:sp>
            <p:nvSpPr>
              <p:cNvPr id="57" name="Rectangle 2">
                <a:extLst>
                  <a:ext uri="{FF2B5EF4-FFF2-40B4-BE49-F238E27FC236}">
                    <a16:creationId xmlns:a16="http://schemas.microsoft.com/office/drawing/2014/main" id="{FE601569-AF31-4187-934F-A1316955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5125"/>
                <a:ext cx="12192000" cy="730250"/>
              </a:xfrm>
              <a:prstGeom prst="rect">
                <a:avLst/>
              </a:prstGeom>
              <a:blipFill>
                <a:blip r:embed="rId25"/>
                <a:stretch>
                  <a:fillRect t="-33333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BC79C01-8747-4F87-97B0-112D16E5A002}"/>
                  </a:ext>
                </a:extLst>
              </p:cNvPr>
              <p:cNvSpPr/>
              <p:nvPr/>
            </p:nvSpPr>
            <p:spPr>
              <a:xfrm>
                <a:off x="6227443" y="2081094"/>
                <a:ext cx="770211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= 0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BC79C01-8747-4F87-97B0-112D16E5A0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443" y="2081094"/>
                <a:ext cx="770211" cy="369332"/>
              </a:xfrm>
              <a:prstGeom prst="rect">
                <a:avLst/>
              </a:prstGeom>
              <a:blipFill>
                <a:blip r:embed="rId26"/>
                <a:stretch>
                  <a:fillRect t="-6349" r="-546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D8FE2082-23B5-46E7-BC75-54FA75735AAF}"/>
                  </a:ext>
                </a:extLst>
              </p:cNvPr>
              <p:cNvSpPr/>
              <p:nvPr/>
            </p:nvSpPr>
            <p:spPr>
              <a:xfrm>
                <a:off x="6212567" y="3777733"/>
                <a:ext cx="775533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= 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D8FE2082-23B5-46E7-BC75-54FA75735A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567" y="3777733"/>
                <a:ext cx="775533" cy="369332"/>
              </a:xfrm>
              <a:prstGeom prst="rect">
                <a:avLst/>
              </a:prstGeom>
              <a:blipFill>
                <a:blip r:embed="rId27"/>
                <a:stretch>
                  <a:fillRect t="-8065" r="-5426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4FBF355-3EE5-4907-82C1-9F514575192B}"/>
                  </a:ext>
                </a:extLst>
              </p:cNvPr>
              <p:cNvSpPr/>
              <p:nvPr/>
            </p:nvSpPr>
            <p:spPr>
              <a:xfrm>
                <a:off x="8228918" y="298931"/>
                <a:ext cx="3648756" cy="48346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total</m:t>
                        </m:r>
                      </m:sub>
                    </m:sSub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4FBF355-3EE5-4907-82C1-9F5145751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918" y="298931"/>
                <a:ext cx="3648756" cy="483466"/>
              </a:xfrm>
              <a:prstGeom prst="rect">
                <a:avLst/>
              </a:prstGeom>
              <a:blipFill>
                <a:blip r:embed="rId28"/>
                <a:stretch>
                  <a:fillRect b="-123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B23FF324-375B-42B0-A96C-0E92DBCD8643}"/>
                  </a:ext>
                </a:extLst>
              </p:cNvPr>
              <p:cNvSpPr/>
              <p:nvPr/>
            </p:nvSpPr>
            <p:spPr>
              <a:xfrm>
                <a:off x="8228918" y="803828"/>
                <a:ext cx="3648756" cy="4849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dirty="0"/>
                          <m:t>Sigmoid</m:t>
                        </m:r>
                      </m:e>
                      <m:sup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dirty="0"/>
                  <a:t>) 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B23FF324-375B-42B0-A96C-0E92DBCD86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918" y="803828"/>
                <a:ext cx="3648756" cy="484941"/>
              </a:xfrm>
              <a:prstGeom prst="rect">
                <a:avLst/>
              </a:prstGeom>
              <a:blipFill>
                <a:blip r:embed="rId29"/>
                <a:stretch>
                  <a:fillRect l="-333" b="-61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EEF79D1-897C-4EDB-A8C6-045110DAD992}"/>
                  </a:ext>
                </a:extLst>
              </p:cNvPr>
              <p:cNvSpPr/>
              <p:nvPr/>
            </p:nvSpPr>
            <p:spPr>
              <a:xfrm>
                <a:off x="4438558" y="3919437"/>
                <a:ext cx="790666" cy="534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highlight>
                      <a:srgbClr val="FFFF00"/>
                    </a:highlight>
                  </a:rPr>
                  <a:t> 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EEF79D1-897C-4EDB-A8C6-045110DAD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558" y="3919437"/>
                <a:ext cx="790666" cy="534185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橢圓 61">
            <a:extLst>
              <a:ext uri="{FF2B5EF4-FFF2-40B4-BE49-F238E27FC236}">
                <a16:creationId xmlns:a16="http://schemas.microsoft.com/office/drawing/2014/main" id="{486BB2E8-AD9C-4C19-BF79-3F20282F96DF}"/>
              </a:ext>
            </a:extLst>
          </p:cNvPr>
          <p:cNvSpPr/>
          <p:nvPr/>
        </p:nvSpPr>
        <p:spPr>
          <a:xfrm>
            <a:off x="3947391" y="470969"/>
            <a:ext cx="339614" cy="3396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7ED2AA0-23BB-4158-9947-55E49B415D6F}"/>
                  </a:ext>
                </a:extLst>
              </p:cNvPr>
              <p:cNvSpPr/>
              <p:nvPr/>
            </p:nvSpPr>
            <p:spPr>
              <a:xfrm>
                <a:off x="403540" y="226714"/>
                <a:ext cx="3091899" cy="77784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dirty="0"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1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sz="1400" dirty="0"/>
                  <a:t> </a:t>
                </a:r>
                <a:r>
                  <a:rPr lang="en-US" altLang="zh-TW" sz="1400" dirty="0"/>
                  <a:t>=</a:t>
                </a:r>
                <a:r>
                  <a:rPr lang="zh-TW" altLang="en-US" sz="1400" dirty="0">
                    <a:solidFill>
                      <a:srgbClr val="FF0000"/>
                    </a:solidFill>
                  </a:rPr>
                  <a:t>激活函數微分</a:t>
                </a:r>
                <a:r>
                  <a:rPr lang="zh-TW" altLang="en-US" sz="1400" dirty="0"/>
                  <a:t>*</a:t>
                </a:r>
                <a:r>
                  <a:rPr lang="zh-TW" altLang="en-US" sz="1400" dirty="0">
                    <a:solidFill>
                      <a:srgbClr val="00B050"/>
                    </a:solidFill>
                  </a:rPr>
                  <a:t>輸出梯度</a:t>
                </a:r>
                <a:endParaRPr lang="en-US" altLang="zh-TW" sz="1400" dirty="0">
                  <a:solidFill>
                    <a:srgbClr val="00B050"/>
                  </a:solidFill>
                </a:endParaRPr>
              </a:p>
              <a:p>
                <a:r>
                  <a:rPr lang="zh-TW" altLang="en-US" sz="1400" dirty="0">
                    <a:solidFill>
                      <a:srgbClr val="00B050"/>
                    </a:solidFill>
                  </a:rPr>
                  <a:t>           </a:t>
                </a:r>
                <a:r>
                  <a:rPr lang="en-US" altLang="zh-TW" sz="1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4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zh-TW" alt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4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zh-TW" altLang="en-US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400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7ED2AA0-23BB-4158-9947-55E49B415D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40" y="226714"/>
                <a:ext cx="3091899" cy="77784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68FF823-C0AC-40C6-916D-C56400529536}"/>
                  </a:ext>
                </a:extLst>
              </p:cNvPr>
              <p:cNvSpPr/>
              <p:nvPr/>
            </p:nvSpPr>
            <p:spPr>
              <a:xfrm>
                <a:off x="2941594" y="2209928"/>
                <a:ext cx="790666" cy="5434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highlight>
                      <a:srgbClr val="FFFF00"/>
                    </a:highlight>
                  </a:rPr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68FF823-C0AC-40C6-916D-C564005295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594" y="2209928"/>
                <a:ext cx="790666" cy="54348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橢圓 67">
            <a:extLst>
              <a:ext uri="{FF2B5EF4-FFF2-40B4-BE49-F238E27FC236}">
                <a16:creationId xmlns:a16="http://schemas.microsoft.com/office/drawing/2014/main" id="{C91B94DD-A290-4046-974C-37254FD9AB57}"/>
              </a:ext>
            </a:extLst>
          </p:cNvPr>
          <p:cNvSpPr/>
          <p:nvPr/>
        </p:nvSpPr>
        <p:spPr>
          <a:xfrm>
            <a:off x="10425767" y="2485291"/>
            <a:ext cx="339614" cy="33961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DC362AC-05EC-495A-B84E-3FCE21181285}"/>
                  </a:ext>
                </a:extLst>
              </p:cNvPr>
              <p:cNvSpPr/>
              <p:nvPr/>
            </p:nvSpPr>
            <p:spPr>
              <a:xfrm>
                <a:off x="7872802" y="4512907"/>
                <a:ext cx="3538148" cy="21089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solidFill>
                      <a:prstClr val="black"/>
                    </a:solidFill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TW" b="0" dirty="0">
                    <a:solidFill>
                      <a:schemeClr val="tx1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zh-TW" altLang="en-US" dirty="0">
                        <a:solidFill>
                          <a:srgbClr val="FF0000"/>
                        </a:solidFill>
                      </a:rPr>
                      <m:t>激活函數微分</m:t>
                    </m:r>
                    <m:r>
                      <m:rPr>
                        <m:nor/>
                      </m:rPr>
                      <a:rPr lang="zh-TW" altLang="en-US" dirty="0"/>
                      <m:t>∗</m:t>
                    </m:r>
                    <m:r>
                      <m:rPr>
                        <m:nor/>
                      </m:rPr>
                      <a:rPr lang="zh-TW" altLang="en-US" dirty="0">
                        <a:solidFill>
                          <a:srgbClr val="00B050"/>
                        </a:solidFill>
                      </a:rPr>
                      <m:t>輸出梯度</m:t>
                    </m:r>
                  </m:oMath>
                </a14:m>
                <a:endParaRPr lang="en-US" altLang="zh-TW" dirty="0">
                  <a:solidFill>
                    <a:srgbClr val="00B050"/>
                  </a:solidFill>
                </a:endParaRP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DC362AC-05EC-495A-B84E-3FCE21181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802" y="4512907"/>
                <a:ext cx="3538148" cy="210891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339A306-EFD0-4CA4-BBFC-8A1DDDD85FA0}"/>
              </a:ext>
            </a:extLst>
          </p:cNvPr>
          <p:cNvCxnSpPr/>
          <p:nvPr/>
        </p:nvCxnSpPr>
        <p:spPr>
          <a:xfrm flipV="1">
            <a:off x="9801615" y="4639361"/>
            <a:ext cx="429909" cy="6877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20F3F544-429E-4A28-8086-B1FCAD2A1D07}"/>
                  </a:ext>
                </a:extLst>
              </p:cNvPr>
              <p:cNvSpPr/>
              <p:nvPr/>
            </p:nvSpPr>
            <p:spPr>
              <a:xfrm>
                <a:off x="10202919" y="4386189"/>
                <a:ext cx="370614" cy="369332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20F3F544-429E-4A28-8086-B1FCAD2A1D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919" y="4386189"/>
                <a:ext cx="370614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4339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7CAFE88-DFAB-4159-82F3-32A2A079C62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65125"/>
            <a:ext cx="1219200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4400" dirty="0"/>
              <a:t>參考資料</a:t>
            </a:r>
            <a:endParaRPr lang="en-US" altLang="zh-TW" sz="4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39BFA8-A204-4031-9590-5EDB6FD65019}"/>
              </a:ext>
            </a:extLst>
          </p:cNvPr>
          <p:cNvSpPr/>
          <p:nvPr/>
        </p:nvSpPr>
        <p:spPr>
          <a:xfrm>
            <a:off x="845220" y="1397427"/>
            <a:ext cx="48374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李弘毅</a:t>
            </a:r>
            <a:r>
              <a:rPr lang="en-US" altLang="zh-TW" dirty="0"/>
              <a:t>-</a:t>
            </a:r>
            <a:r>
              <a:rPr lang="zh-TW" altLang="en-US" dirty="0"/>
              <a:t>倒傳遞</a:t>
            </a:r>
            <a:r>
              <a:rPr lang="en-US" altLang="zh-TW" dirty="0"/>
              <a:t>:</a:t>
            </a:r>
          </a:p>
          <a:p>
            <a:r>
              <a:rPr lang="zh-TW" altLang="en-US" dirty="0">
                <a:hlinkClick r:id="rId2"/>
              </a:rPr>
              <a:t>https://www.youtube.com/watch?v=ibJpTrp5mcE</a:t>
            </a:r>
            <a:r>
              <a:rPr lang="zh-TW" altLang="en-US" dirty="0"/>
              <a:t>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706979-71ED-4CC4-A6C1-0D79BEF752F9}"/>
              </a:ext>
            </a:extLst>
          </p:cNvPr>
          <p:cNvSpPr/>
          <p:nvPr/>
        </p:nvSpPr>
        <p:spPr>
          <a:xfrm>
            <a:off x="845220" y="3695677"/>
            <a:ext cx="48712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Andrej </a:t>
            </a:r>
            <a:r>
              <a:rPr lang="en-US" altLang="zh-TW" dirty="0" err="1"/>
              <a:t>Karpathy</a:t>
            </a:r>
            <a:r>
              <a:rPr lang="en-US" altLang="zh-TW" dirty="0"/>
              <a:t>-</a:t>
            </a:r>
            <a:r>
              <a:rPr lang="zh-TW" altLang="en-US" dirty="0"/>
              <a:t>倒傳遞</a:t>
            </a:r>
            <a:r>
              <a:rPr lang="en-US" altLang="zh-TW" dirty="0"/>
              <a:t>:</a:t>
            </a:r>
          </a:p>
          <a:p>
            <a:r>
              <a:rPr lang="zh-TW" altLang="en-US" dirty="0">
                <a:hlinkClick r:id="rId3"/>
              </a:rPr>
              <a:t>https://www.youtube.com/watch?v=VMj-3S1tku0</a:t>
            </a:r>
            <a:r>
              <a:rPr lang="zh-TW" altLang="en-US" dirty="0"/>
              <a:t>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A8841D-2CCE-4C5D-996C-098F5AC5D8E9}"/>
              </a:ext>
            </a:extLst>
          </p:cNvPr>
          <p:cNvSpPr/>
          <p:nvPr/>
        </p:nvSpPr>
        <p:spPr>
          <a:xfrm>
            <a:off x="845220" y="2460342"/>
            <a:ext cx="59436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印度小帥</a:t>
            </a:r>
            <a:r>
              <a:rPr lang="en-US" altLang="zh-TW" dirty="0"/>
              <a:t>-</a:t>
            </a:r>
            <a:r>
              <a:rPr lang="zh-TW" altLang="en-US" dirty="0"/>
              <a:t>倒傳遞</a:t>
            </a:r>
            <a:endParaRPr lang="en-US" altLang="zh-TW" dirty="0"/>
          </a:p>
          <a:p>
            <a:r>
              <a:rPr lang="zh-TW" altLang="en-US" dirty="0">
                <a:hlinkClick r:id="rId4"/>
              </a:rPr>
              <a:t>https://www.youtube.com/watch?v=YOlOLxrMUOw&amp;t=563s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0991E9-B904-422E-80D5-6CCD148C68D8}"/>
              </a:ext>
            </a:extLst>
          </p:cNvPr>
          <p:cNvSpPr txBox="1"/>
          <p:nvPr/>
        </p:nvSpPr>
        <p:spPr>
          <a:xfrm>
            <a:off x="845220" y="4931012"/>
            <a:ext cx="3826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ChatGPT</a:t>
            </a:r>
            <a:r>
              <a:rPr lang="en-US" altLang="zh-TW" dirty="0"/>
              <a:t>-</a:t>
            </a:r>
            <a:r>
              <a:rPr lang="zh-TW" altLang="en-US" dirty="0"/>
              <a:t>倒傳遞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有問必答 </a:t>
            </a:r>
            <a:r>
              <a:rPr lang="en-US" altLang="zh-TW" dirty="0">
                <a:hlinkClick r:id="rId5"/>
              </a:rPr>
              <a:t>https://chat.openai.com/chat</a:t>
            </a:r>
            <a:r>
              <a:rPr lang="zh-TW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80158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5DF98BD-8082-4B7E-8A43-21E224107978}"/>
              </a:ext>
            </a:extLst>
          </p:cNvPr>
          <p:cNvSpPr txBox="1"/>
          <p:nvPr/>
        </p:nvSpPr>
        <p:spPr>
          <a:xfrm>
            <a:off x="1473338" y="2705725"/>
            <a:ext cx="92453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/>
              <a:t>做</a:t>
            </a:r>
            <a:r>
              <a:rPr lang="en-US" altLang="zh-TW" sz="4400" dirty="0"/>
              <a:t>ppt</a:t>
            </a:r>
            <a:r>
              <a:rPr lang="zh-TW" altLang="en-US" sz="4400" dirty="0"/>
              <a:t>時用的不用看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49F1A1B-49B0-487F-B491-7D1782299F89}"/>
              </a:ext>
            </a:extLst>
          </p:cNvPr>
          <p:cNvSpPr txBox="1"/>
          <p:nvPr/>
        </p:nvSpPr>
        <p:spPr>
          <a:xfrm>
            <a:off x="5234224" y="1240325"/>
            <a:ext cx="19367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/>
              <a:t>雜圖</a:t>
            </a:r>
            <a:r>
              <a:rPr lang="en-US" altLang="zh-TW" sz="6000" dirty="0"/>
              <a:t>:</a:t>
            </a:r>
            <a:endParaRPr lang="zh-TW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3270862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橢圓 146">
            <a:extLst>
              <a:ext uri="{FF2B5EF4-FFF2-40B4-BE49-F238E27FC236}">
                <a16:creationId xmlns:a16="http://schemas.microsoft.com/office/drawing/2014/main" id="{5C4AB72E-2602-491B-BBBD-77B1B9896FB9}"/>
              </a:ext>
            </a:extLst>
          </p:cNvPr>
          <p:cNvSpPr/>
          <p:nvPr/>
        </p:nvSpPr>
        <p:spPr>
          <a:xfrm>
            <a:off x="872306" y="2005080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8" name="橢圓 147">
            <a:extLst>
              <a:ext uri="{FF2B5EF4-FFF2-40B4-BE49-F238E27FC236}">
                <a16:creationId xmlns:a16="http://schemas.microsoft.com/office/drawing/2014/main" id="{2A1E3DD8-5B6A-4B61-8261-D2EB95B3CFA8}"/>
              </a:ext>
            </a:extLst>
          </p:cNvPr>
          <p:cNvSpPr/>
          <p:nvPr/>
        </p:nvSpPr>
        <p:spPr>
          <a:xfrm>
            <a:off x="872306" y="3662430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9" name="直線單箭頭接點 148">
            <a:extLst>
              <a:ext uri="{FF2B5EF4-FFF2-40B4-BE49-F238E27FC236}">
                <a16:creationId xmlns:a16="http://schemas.microsoft.com/office/drawing/2014/main" id="{B5B65A08-D623-4E81-A722-8333AB2995B1}"/>
              </a:ext>
            </a:extLst>
          </p:cNvPr>
          <p:cNvCxnSpPr>
            <a:cxnSpLocks/>
            <a:stCxn id="147" idx="6"/>
            <a:endCxn id="180" idx="2"/>
          </p:cNvCxnSpPr>
          <p:nvPr/>
        </p:nvCxnSpPr>
        <p:spPr>
          <a:xfrm flipV="1">
            <a:off x="1691456" y="1885197"/>
            <a:ext cx="1147897" cy="52945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>
            <a:extLst>
              <a:ext uri="{FF2B5EF4-FFF2-40B4-BE49-F238E27FC236}">
                <a16:creationId xmlns:a16="http://schemas.microsoft.com/office/drawing/2014/main" id="{8954D97F-9A98-4764-9789-41CEFB5E6491}"/>
              </a:ext>
            </a:extLst>
          </p:cNvPr>
          <p:cNvCxnSpPr>
            <a:cxnSpLocks/>
            <a:stCxn id="147" idx="6"/>
            <a:endCxn id="182" idx="2"/>
          </p:cNvCxnSpPr>
          <p:nvPr/>
        </p:nvCxnSpPr>
        <p:spPr>
          <a:xfrm>
            <a:off x="1691456" y="2414655"/>
            <a:ext cx="1169068" cy="216948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單箭頭接點 150">
            <a:extLst>
              <a:ext uri="{FF2B5EF4-FFF2-40B4-BE49-F238E27FC236}">
                <a16:creationId xmlns:a16="http://schemas.microsoft.com/office/drawing/2014/main" id="{66E87A28-5BD0-41AF-8C2C-F4403216181C}"/>
              </a:ext>
            </a:extLst>
          </p:cNvPr>
          <p:cNvCxnSpPr>
            <a:cxnSpLocks/>
            <a:stCxn id="148" idx="6"/>
            <a:endCxn id="180" idx="2"/>
          </p:cNvCxnSpPr>
          <p:nvPr/>
        </p:nvCxnSpPr>
        <p:spPr>
          <a:xfrm flipV="1">
            <a:off x="1691456" y="1885197"/>
            <a:ext cx="1147897" cy="218680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>
            <a:extLst>
              <a:ext uri="{FF2B5EF4-FFF2-40B4-BE49-F238E27FC236}">
                <a16:creationId xmlns:a16="http://schemas.microsoft.com/office/drawing/2014/main" id="{BE4ACD6A-1B77-4725-81F5-C3460C3A6329}"/>
              </a:ext>
            </a:extLst>
          </p:cNvPr>
          <p:cNvCxnSpPr>
            <a:cxnSpLocks/>
            <a:stCxn id="148" idx="6"/>
            <a:endCxn id="182" idx="2"/>
          </p:cNvCxnSpPr>
          <p:nvPr/>
        </p:nvCxnSpPr>
        <p:spPr>
          <a:xfrm>
            <a:off x="1691456" y="4072005"/>
            <a:ext cx="1169068" cy="51213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>
            <a:extLst>
              <a:ext uri="{FF2B5EF4-FFF2-40B4-BE49-F238E27FC236}">
                <a16:creationId xmlns:a16="http://schemas.microsoft.com/office/drawing/2014/main" id="{AA1D41CE-55A0-4FD2-B20A-A73AD9C4E840}"/>
              </a:ext>
            </a:extLst>
          </p:cNvPr>
          <p:cNvCxnSpPr>
            <a:cxnSpLocks/>
            <a:stCxn id="181" idx="3"/>
            <a:endCxn id="184" idx="2"/>
          </p:cNvCxnSpPr>
          <p:nvPr/>
        </p:nvCxnSpPr>
        <p:spPr>
          <a:xfrm flipV="1">
            <a:off x="4102264" y="2319681"/>
            <a:ext cx="1026961" cy="2242805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單箭頭接點 153">
            <a:extLst>
              <a:ext uri="{FF2B5EF4-FFF2-40B4-BE49-F238E27FC236}">
                <a16:creationId xmlns:a16="http://schemas.microsoft.com/office/drawing/2014/main" id="{9C5E58FB-A890-4D49-BC41-B549FF7A7EA4}"/>
              </a:ext>
            </a:extLst>
          </p:cNvPr>
          <p:cNvCxnSpPr>
            <a:cxnSpLocks/>
            <a:stCxn id="179" idx="3"/>
            <a:endCxn id="184" idx="2"/>
          </p:cNvCxnSpPr>
          <p:nvPr/>
        </p:nvCxnSpPr>
        <p:spPr>
          <a:xfrm>
            <a:off x="4081093" y="1863544"/>
            <a:ext cx="1048132" cy="456137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單箭頭接點 154">
            <a:extLst>
              <a:ext uri="{FF2B5EF4-FFF2-40B4-BE49-F238E27FC236}">
                <a16:creationId xmlns:a16="http://schemas.microsoft.com/office/drawing/2014/main" id="{4804456D-D574-437A-A709-0FA661FDA564}"/>
              </a:ext>
            </a:extLst>
          </p:cNvPr>
          <p:cNvCxnSpPr>
            <a:cxnSpLocks/>
            <a:stCxn id="179" idx="3"/>
            <a:endCxn id="186" idx="2"/>
          </p:cNvCxnSpPr>
          <p:nvPr/>
        </p:nvCxnSpPr>
        <p:spPr>
          <a:xfrm>
            <a:off x="4081093" y="1863544"/>
            <a:ext cx="1097718" cy="2202944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單箭頭接點 155">
            <a:extLst>
              <a:ext uri="{FF2B5EF4-FFF2-40B4-BE49-F238E27FC236}">
                <a16:creationId xmlns:a16="http://schemas.microsoft.com/office/drawing/2014/main" id="{2572A70F-0C51-408F-BE6B-A7A8E9769537}"/>
              </a:ext>
            </a:extLst>
          </p:cNvPr>
          <p:cNvCxnSpPr>
            <a:cxnSpLocks/>
            <a:stCxn id="181" idx="3"/>
            <a:endCxn id="186" idx="2"/>
          </p:cNvCxnSpPr>
          <p:nvPr/>
        </p:nvCxnSpPr>
        <p:spPr>
          <a:xfrm flipV="1">
            <a:off x="4102264" y="4066488"/>
            <a:ext cx="1076547" cy="495998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>
            <a:extLst>
              <a:ext uri="{FF2B5EF4-FFF2-40B4-BE49-F238E27FC236}">
                <a16:creationId xmlns:a16="http://schemas.microsoft.com/office/drawing/2014/main" id="{41FCAA97-A6DF-457D-B447-CF6AD1B74BAB}"/>
              </a:ext>
            </a:extLst>
          </p:cNvPr>
          <p:cNvCxnSpPr>
            <a:cxnSpLocks/>
            <a:stCxn id="180" idx="4"/>
            <a:endCxn id="159" idx="0"/>
          </p:cNvCxnSpPr>
          <p:nvPr/>
        </p:nvCxnSpPr>
        <p:spPr>
          <a:xfrm>
            <a:off x="3156524" y="2202368"/>
            <a:ext cx="8492" cy="63779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>
            <a:extLst>
              <a:ext uri="{FF2B5EF4-FFF2-40B4-BE49-F238E27FC236}">
                <a16:creationId xmlns:a16="http://schemas.microsoft.com/office/drawing/2014/main" id="{9EDBC82C-D876-49CA-AC0C-05C5B6A2D75A}"/>
              </a:ext>
            </a:extLst>
          </p:cNvPr>
          <p:cNvCxnSpPr>
            <a:cxnSpLocks/>
            <a:stCxn id="182" idx="4"/>
            <a:endCxn id="160" idx="0"/>
          </p:cNvCxnSpPr>
          <p:nvPr/>
        </p:nvCxnSpPr>
        <p:spPr>
          <a:xfrm flipH="1">
            <a:off x="3174848" y="4901310"/>
            <a:ext cx="2847" cy="470295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矩形 158">
            <a:extLst>
              <a:ext uri="{FF2B5EF4-FFF2-40B4-BE49-F238E27FC236}">
                <a16:creationId xmlns:a16="http://schemas.microsoft.com/office/drawing/2014/main" id="{63B2E7CB-24B5-48F9-A3D3-DC3E09D59FFF}"/>
              </a:ext>
            </a:extLst>
          </p:cNvPr>
          <p:cNvSpPr/>
          <p:nvPr/>
        </p:nvSpPr>
        <p:spPr>
          <a:xfrm>
            <a:off x="2850692" y="2840158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397E8C5E-0273-45DB-A9CD-3740C882AE20}"/>
              </a:ext>
            </a:extLst>
          </p:cNvPr>
          <p:cNvSpPr/>
          <p:nvPr/>
        </p:nvSpPr>
        <p:spPr>
          <a:xfrm>
            <a:off x="2860524" y="537160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1" name="直線單箭頭接點 160">
            <a:extLst>
              <a:ext uri="{FF2B5EF4-FFF2-40B4-BE49-F238E27FC236}">
                <a16:creationId xmlns:a16="http://schemas.microsoft.com/office/drawing/2014/main" id="{775B87CD-032D-4AE9-916E-8388319B98F1}"/>
              </a:ext>
            </a:extLst>
          </p:cNvPr>
          <p:cNvCxnSpPr>
            <a:cxnSpLocks/>
            <a:stCxn id="184" idx="4"/>
            <a:endCxn id="162" idx="0"/>
          </p:cNvCxnSpPr>
          <p:nvPr/>
        </p:nvCxnSpPr>
        <p:spPr>
          <a:xfrm>
            <a:off x="5446396" y="2636852"/>
            <a:ext cx="3513" cy="23389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矩形 161">
            <a:extLst>
              <a:ext uri="{FF2B5EF4-FFF2-40B4-BE49-F238E27FC236}">
                <a16:creationId xmlns:a16="http://schemas.microsoft.com/office/drawing/2014/main" id="{0FF4B8B4-35C9-4A7A-B4BC-5C2949AE02D7}"/>
              </a:ext>
            </a:extLst>
          </p:cNvPr>
          <p:cNvSpPr/>
          <p:nvPr/>
        </p:nvSpPr>
        <p:spPr>
          <a:xfrm>
            <a:off x="5135585" y="287074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3" name="直線單箭頭接點 162">
            <a:extLst>
              <a:ext uri="{FF2B5EF4-FFF2-40B4-BE49-F238E27FC236}">
                <a16:creationId xmlns:a16="http://schemas.microsoft.com/office/drawing/2014/main" id="{0D53D193-3EC2-4C0B-A0DB-481231CBC642}"/>
              </a:ext>
            </a:extLst>
          </p:cNvPr>
          <p:cNvCxnSpPr>
            <a:cxnSpLocks/>
            <a:stCxn id="186" idx="4"/>
            <a:endCxn id="164" idx="0"/>
          </p:cNvCxnSpPr>
          <p:nvPr/>
        </p:nvCxnSpPr>
        <p:spPr>
          <a:xfrm flipH="1">
            <a:off x="5493135" y="4383659"/>
            <a:ext cx="2847" cy="9843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矩形 163">
            <a:extLst>
              <a:ext uri="{FF2B5EF4-FFF2-40B4-BE49-F238E27FC236}">
                <a16:creationId xmlns:a16="http://schemas.microsoft.com/office/drawing/2014/main" id="{64428840-7E2B-41D5-B1EC-D39FDE2C1A4D}"/>
              </a:ext>
            </a:extLst>
          </p:cNvPr>
          <p:cNvSpPr/>
          <p:nvPr/>
        </p:nvSpPr>
        <p:spPr>
          <a:xfrm>
            <a:off x="5178811" y="5367973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57BA4FC3-9572-4CBB-B4DF-1980907211A8}"/>
                  </a:ext>
                </a:extLst>
              </p:cNvPr>
              <p:cNvSpPr/>
              <p:nvPr/>
            </p:nvSpPr>
            <p:spPr>
              <a:xfrm>
                <a:off x="987570" y="204216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</a:rPr>
                  <a:t>0.25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57BA4FC3-9572-4CBB-B4DF-1980907211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570" y="2042168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EA02E150-F708-4A5F-978E-6D65D99720EC}"/>
                  </a:ext>
                </a:extLst>
              </p:cNvPr>
              <p:cNvSpPr/>
              <p:nvPr/>
            </p:nvSpPr>
            <p:spPr>
              <a:xfrm>
                <a:off x="1013308" y="3725710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</a:rPr>
                  <a:t>0.02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EA02E150-F708-4A5F-978E-6D65D99720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308" y="3725710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93249BF0-1221-4226-815D-1533F190E003}"/>
                  </a:ext>
                </a:extLst>
              </p:cNvPr>
              <p:cNvSpPr/>
              <p:nvPr/>
            </p:nvSpPr>
            <p:spPr>
              <a:xfrm>
                <a:off x="1688339" y="3166103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tx1"/>
                          </a:solidFill>
                          <a:highlight>
                            <a:srgbClr val="DBDBDB"/>
                          </a:highlight>
                        </a:rPr>
                        <m:t>0.25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93249BF0-1221-4226-815D-1533F190E0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339" y="3166103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8220AA5D-53B2-486F-A930-C2021BE8EF14}"/>
                  </a:ext>
                </a:extLst>
              </p:cNvPr>
              <p:cNvSpPr/>
              <p:nvPr/>
            </p:nvSpPr>
            <p:spPr>
              <a:xfrm>
                <a:off x="1720539" y="2441891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  <a:highlight>
                      <a:srgbClr val="DBDBDB"/>
                    </a:highlight>
                  </a:rPr>
                  <a:t>0.13</a:t>
                </a:r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8220AA5D-53B2-486F-A930-C2021BE8EF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539" y="2441891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1C1DF052-035A-45BA-95C7-6AB986F9DCC8}"/>
                  </a:ext>
                </a:extLst>
              </p:cNvPr>
              <p:cNvSpPr/>
              <p:nvPr/>
            </p:nvSpPr>
            <p:spPr>
              <a:xfrm>
                <a:off x="1817208" y="1782970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  <a:highlight>
                      <a:srgbClr val="DBDBDB"/>
                    </a:highlight>
                  </a:rPr>
                  <a:t>0.30</a:t>
                </a:r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1C1DF052-035A-45BA-95C7-6AB986F9DC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208" y="1782970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30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4C2850A2-0149-485E-B626-24419605A985}"/>
                  </a:ext>
                </a:extLst>
              </p:cNvPr>
              <p:cNvSpPr/>
              <p:nvPr/>
            </p:nvSpPr>
            <p:spPr>
              <a:xfrm>
                <a:off x="1830253" y="3811422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tx1"/>
                          </a:solidFill>
                          <a:highlight>
                            <a:srgbClr val="DBDBDB"/>
                          </a:highlight>
                        </a:rPr>
                        <m:t>0.42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4C2850A2-0149-485E-B626-24419605A9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253" y="3811422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2CBC8241-778C-4A55-8DA3-F41D08F8CD1F}"/>
                  </a:ext>
                </a:extLst>
              </p:cNvPr>
              <p:cNvSpPr/>
              <p:nvPr/>
            </p:nvSpPr>
            <p:spPr>
              <a:xfrm>
                <a:off x="2841683" y="2836717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0.42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2CBC8241-778C-4A55-8DA3-F41D08F8CD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683" y="2836717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FEF85B73-9F28-415C-9B04-755523F000B6}"/>
                  </a:ext>
                </a:extLst>
              </p:cNvPr>
              <p:cNvSpPr/>
              <p:nvPr/>
            </p:nvSpPr>
            <p:spPr>
              <a:xfrm>
                <a:off x="2855761" y="5359616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0.42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FEF85B73-9F28-415C-9B04-755523F000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761" y="5359616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8F05468C-0D21-40F4-9C05-F1EC546A1CBC}"/>
                  </a:ext>
                </a:extLst>
              </p:cNvPr>
              <p:cNvSpPr/>
              <p:nvPr/>
            </p:nvSpPr>
            <p:spPr>
              <a:xfrm>
                <a:off x="5146483" y="2893723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0.67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8F05468C-0D21-40F4-9C05-F1EC546A1C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483" y="2893723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B4A3234F-3760-4FF1-BDC6-73E37B5B99B4}"/>
                  </a:ext>
                </a:extLst>
              </p:cNvPr>
              <p:cNvSpPr/>
              <p:nvPr/>
            </p:nvSpPr>
            <p:spPr>
              <a:xfrm>
                <a:off x="5193754" y="5383535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0.67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B4A3234F-3760-4FF1-BDC6-73E37B5B99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754" y="5383535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5714" r="-285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E902707B-A188-4EEC-8B89-41D6D4F4E0AA}"/>
                  </a:ext>
                </a:extLst>
              </p:cNvPr>
              <p:cNvSpPr/>
              <p:nvPr/>
            </p:nvSpPr>
            <p:spPr>
              <a:xfrm>
                <a:off x="4232327" y="2382002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tx1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chemeClr val="tx1"/>
                          </a:solidFill>
                          <a:highlight>
                            <a:srgbClr val="DBDBDB"/>
                          </a:highlight>
                        </a:rPr>
                        <m:t>84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E902707B-A188-4EEC-8B89-41D6D4F4E0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327" y="2382002"/>
                <a:ext cx="646331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矩形 175">
                <a:extLst>
                  <a:ext uri="{FF2B5EF4-FFF2-40B4-BE49-F238E27FC236}">
                    <a16:creationId xmlns:a16="http://schemas.microsoft.com/office/drawing/2014/main" id="{7C914BD7-0154-48A0-81B2-834856AD2A01}"/>
                  </a:ext>
                </a:extLst>
              </p:cNvPr>
              <p:cNvSpPr/>
              <p:nvPr/>
            </p:nvSpPr>
            <p:spPr>
              <a:xfrm>
                <a:off x="4232327" y="3214093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  <a:highlight>
                      <a:srgbClr val="DBDBDB"/>
                    </a:highlight>
                  </a:rPr>
                  <a:t>0.54</a:t>
                </a:r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76" name="矩形 175">
                <a:extLst>
                  <a:ext uri="{FF2B5EF4-FFF2-40B4-BE49-F238E27FC236}">
                    <a16:creationId xmlns:a16="http://schemas.microsoft.com/office/drawing/2014/main" id="{7C914BD7-0154-48A0-81B2-834856AD2A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327" y="3214093"/>
                <a:ext cx="600742" cy="646331"/>
              </a:xfrm>
              <a:prstGeom prst="rect">
                <a:avLst/>
              </a:prstGeom>
              <a:blipFill>
                <a:blip r:embed="rId13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20F3F581-359A-45AF-8E29-2BFA9911AC77}"/>
                  </a:ext>
                </a:extLst>
              </p:cNvPr>
              <p:cNvSpPr/>
              <p:nvPr/>
            </p:nvSpPr>
            <p:spPr>
              <a:xfrm>
                <a:off x="4208454" y="1619413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  <a:highlight>
                      <a:srgbClr val="DBDBDB"/>
                    </a:highlight>
                  </a:rPr>
                  <a:t>0.67</a:t>
                </a:r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20F3F581-359A-45AF-8E29-2BFA9911AC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454" y="1619413"/>
                <a:ext cx="614207" cy="646331"/>
              </a:xfrm>
              <a:prstGeom prst="rect">
                <a:avLst/>
              </a:prstGeom>
              <a:blipFill>
                <a:blip r:embed="rId14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235D27FA-C552-43C7-9E7A-795D70AA972E}"/>
                  </a:ext>
                </a:extLst>
              </p:cNvPr>
              <p:cNvSpPr/>
              <p:nvPr/>
            </p:nvSpPr>
            <p:spPr>
              <a:xfrm>
                <a:off x="4267732" y="4006699"/>
                <a:ext cx="64633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chemeClr val="tx1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chemeClr val="tx1"/>
                          </a:solidFill>
                          <a:highlight>
                            <a:srgbClr val="DBDBDB"/>
                          </a:highlight>
                        </a:rPr>
                        <m:t>52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235D27FA-C552-43C7-9E7A-795D70AA97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732" y="4006699"/>
                <a:ext cx="646331" cy="6463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等腰三角形 178">
            <a:extLst>
              <a:ext uri="{FF2B5EF4-FFF2-40B4-BE49-F238E27FC236}">
                <a16:creationId xmlns:a16="http://schemas.microsoft.com/office/drawing/2014/main" id="{CC330A8B-1CEF-4936-BEED-0A1A72025B2C}"/>
              </a:ext>
            </a:extLst>
          </p:cNvPr>
          <p:cNvSpPr/>
          <p:nvPr/>
        </p:nvSpPr>
        <p:spPr>
          <a:xfrm rot="16200000">
            <a:off x="3405603" y="1565019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0" name="橢圓 179">
            <a:extLst>
              <a:ext uri="{FF2B5EF4-FFF2-40B4-BE49-F238E27FC236}">
                <a16:creationId xmlns:a16="http://schemas.microsoft.com/office/drawing/2014/main" id="{2A046473-C9B9-4E34-9595-89014377410B}"/>
              </a:ext>
            </a:extLst>
          </p:cNvPr>
          <p:cNvSpPr/>
          <p:nvPr/>
        </p:nvSpPr>
        <p:spPr>
          <a:xfrm>
            <a:off x="2839353" y="1568026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1" name="等腰三角形 180">
            <a:extLst>
              <a:ext uri="{FF2B5EF4-FFF2-40B4-BE49-F238E27FC236}">
                <a16:creationId xmlns:a16="http://schemas.microsoft.com/office/drawing/2014/main" id="{C675E107-79CD-45B2-AA82-94B954D9EC52}"/>
              </a:ext>
            </a:extLst>
          </p:cNvPr>
          <p:cNvSpPr/>
          <p:nvPr/>
        </p:nvSpPr>
        <p:spPr>
          <a:xfrm rot="16200000">
            <a:off x="3426774" y="4263961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2" name="橢圓 181">
            <a:extLst>
              <a:ext uri="{FF2B5EF4-FFF2-40B4-BE49-F238E27FC236}">
                <a16:creationId xmlns:a16="http://schemas.microsoft.com/office/drawing/2014/main" id="{C273F272-1E04-4268-96F4-EFC053F94E26}"/>
              </a:ext>
            </a:extLst>
          </p:cNvPr>
          <p:cNvSpPr/>
          <p:nvPr/>
        </p:nvSpPr>
        <p:spPr>
          <a:xfrm>
            <a:off x="2860524" y="4266968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3" name="等腰三角形 182">
            <a:extLst>
              <a:ext uri="{FF2B5EF4-FFF2-40B4-BE49-F238E27FC236}">
                <a16:creationId xmlns:a16="http://schemas.microsoft.com/office/drawing/2014/main" id="{9BDE85EE-2DCB-4946-B44E-FB329A4D0335}"/>
              </a:ext>
            </a:extLst>
          </p:cNvPr>
          <p:cNvSpPr/>
          <p:nvPr/>
        </p:nvSpPr>
        <p:spPr>
          <a:xfrm rot="16200000">
            <a:off x="5695475" y="1999503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4" name="橢圓 183">
            <a:extLst>
              <a:ext uri="{FF2B5EF4-FFF2-40B4-BE49-F238E27FC236}">
                <a16:creationId xmlns:a16="http://schemas.microsoft.com/office/drawing/2014/main" id="{B599236C-7CEA-4B82-A465-423AFC094A1F}"/>
              </a:ext>
            </a:extLst>
          </p:cNvPr>
          <p:cNvSpPr/>
          <p:nvPr/>
        </p:nvSpPr>
        <p:spPr>
          <a:xfrm>
            <a:off x="5129225" y="2002510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5" name="等腰三角形 184">
            <a:extLst>
              <a:ext uri="{FF2B5EF4-FFF2-40B4-BE49-F238E27FC236}">
                <a16:creationId xmlns:a16="http://schemas.microsoft.com/office/drawing/2014/main" id="{845605CE-08BC-47DF-B628-28FC48CEAA8B}"/>
              </a:ext>
            </a:extLst>
          </p:cNvPr>
          <p:cNvSpPr/>
          <p:nvPr/>
        </p:nvSpPr>
        <p:spPr>
          <a:xfrm rot="16200000">
            <a:off x="5745061" y="3746310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6" name="橢圓 185">
            <a:extLst>
              <a:ext uri="{FF2B5EF4-FFF2-40B4-BE49-F238E27FC236}">
                <a16:creationId xmlns:a16="http://schemas.microsoft.com/office/drawing/2014/main" id="{22B2DD60-E3AB-419E-8B8E-722C4E2550FD}"/>
              </a:ext>
            </a:extLst>
          </p:cNvPr>
          <p:cNvSpPr/>
          <p:nvPr/>
        </p:nvSpPr>
        <p:spPr>
          <a:xfrm>
            <a:off x="5178811" y="3749317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707D94BF-5D28-4973-8E15-CC1EC8115CEB}"/>
                  </a:ext>
                </a:extLst>
              </p:cNvPr>
              <p:cNvSpPr/>
              <p:nvPr/>
            </p:nvSpPr>
            <p:spPr>
              <a:xfrm>
                <a:off x="5191983" y="3739532"/>
                <a:ext cx="606640" cy="6667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707D94BF-5D28-4973-8E15-CC1EC8115C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983" y="3739532"/>
                <a:ext cx="606640" cy="66678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9A609F30-EBF2-438D-85DA-F103971A6AFB}"/>
                  </a:ext>
                </a:extLst>
              </p:cNvPr>
              <p:cNvSpPr/>
              <p:nvPr/>
            </p:nvSpPr>
            <p:spPr>
              <a:xfrm>
                <a:off x="5150744" y="1986994"/>
                <a:ext cx="604974" cy="665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9A609F30-EBF2-438D-85DA-F103971A6A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744" y="1986994"/>
                <a:ext cx="604974" cy="6653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矩形 188">
                <a:extLst>
                  <a:ext uri="{FF2B5EF4-FFF2-40B4-BE49-F238E27FC236}">
                    <a16:creationId xmlns:a16="http://schemas.microsoft.com/office/drawing/2014/main" id="{45DA42E6-AB5B-4F19-93AD-DCF1CC016967}"/>
                  </a:ext>
                </a:extLst>
              </p:cNvPr>
              <p:cNvSpPr/>
              <p:nvPr/>
            </p:nvSpPr>
            <p:spPr>
              <a:xfrm>
                <a:off x="5773915" y="1932640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89" name="矩形 188">
                <a:extLst>
                  <a:ext uri="{FF2B5EF4-FFF2-40B4-BE49-F238E27FC236}">
                    <a16:creationId xmlns:a16="http://schemas.microsoft.com/office/drawing/2014/main" id="{45DA42E6-AB5B-4F19-93AD-DCF1CC016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915" y="1932640"/>
                <a:ext cx="887744" cy="66620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DAD49FCC-2FDF-423F-9BB6-9962B52F645D}"/>
                  </a:ext>
                </a:extLst>
              </p:cNvPr>
              <p:cNvSpPr/>
              <p:nvPr/>
            </p:nvSpPr>
            <p:spPr>
              <a:xfrm>
                <a:off x="5807459" y="3705926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DAD49FCC-2FDF-423F-9BB6-9962B52F64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459" y="3705926"/>
                <a:ext cx="887744" cy="66620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93DB38AA-CD35-4582-B803-9923EF1F50EC}"/>
                  </a:ext>
                </a:extLst>
              </p:cNvPr>
              <p:cNvSpPr/>
              <p:nvPr/>
            </p:nvSpPr>
            <p:spPr>
              <a:xfrm>
                <a:off x="2865835" y="1542590"/>
                <a:ext cx="604974" cy="6657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93DB38AA-CD35-4582-B803-9923EF1F50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835" y="1542590"/>
                <a:ext cx="604974" cy="66576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3FC0CA3D-5371-4FA4-80A2-96DDBEC8BF83}"/>
                  </a:ext>
                </a:extLst>
              </p:cNvPr>
              <p:cNvSpPr/>
              <p:nvPr/>
            </p:nvSpPr>
            <p:spPr>
              <a:xfrm>
                <a:off x="3432792" y="1495585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3FC0CA3D-5371-4FA4-80A2-96DDBEC8BF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792" y="1495585"/>
                <a:ext cx="887744" cy="66620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矩形 192">
                <a:extLst>
                  <a:ext uri="{FF2B5EF4-FFF2-40B4-BE49-F238E27FC236}">
                    <a16:creationId xmlns:a16="http://schemas.microsoft.com/office/drawing/2014/main" id="{CA059D9E-4EB5-4FD5-A85B-B5C2242B9428}"/>
                  </a:ext>
                </a:extLst>
              </p:cNvPr>
              <p:cNvSpPr/>
              <p:nvPr/>
            </p:nvSpPr>
            <p:spPr>
              <a:xfrm>
                <a:off x="2894420" y="4246850"/>
                <a:ext cx="604974" cy="6660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3" name="矩形 192">
                <a:extLst>
                  <a:ext uri="{FF2B5EF4-FFF2-40B4-BE49-F238E27FC236}">
                    <a16:creationId xmlns:a16="http://schemas.microsoft.com/office/drawing/2014/main" id="{CA059D9E-4EB5-4FD5-A85B-B5C2242B94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420" y="4246850"/>
                <a:ext cx="604974" cy="66608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矩形 193">
                <a:extLst>
                  <a:ext uri="{FF2B5EF4-FFF2-40B4-BE49-F238E27FC236}">
                    <a16:creationId xmlns:a16="http://schemas.microsoft.com/office/drawing/2014/main" id="{9987ED64-1E1A-48C0-A16C-DE0DD07A8295}"/>
                  </a:ext>
                </a:extLst>
              </p:cNvPr>
              <p:cNvSpPr/>
              <p:nvPr/>
            </p:nvSpPr>
            <p:spPr>
              <a:xfrm>
                <a:off x="3449567" y="4272085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4" name="矩形 193">
                <a:extLst>
                  <a:ext uri="{FF2B5EF4-FFF2-40B4-BE49-F238E27FC236}">
                    <a16:creationId xmlns:a16="http://schemas.microsoft.com/office/drawing/2014/main" id="{9987ED64-1E1A-48C0-A16C-DE0DD07A8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567" y="4272085"/>
                <a:ext cx="887744" cy="66620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45347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橢圓 59">
            <a:extLst>
              <a:ext uri="{FF2B5EF4-FFF2-40B4-BE49-F238E27FC236}">
                <a16:creationId xmlns:a16="http://schemas.microsoft.com/office/drawing/2014/main" id="{2E85E24B-0C5A-4027-9F66-8B6BE261C779}"/>
              </a:ext>
            </a:extLst>
          </p:cNvPr>
          <p:cNvSpPr/>
          <p:nvPr/>
        </p:nvSpPr>
        <p:spPr>
          <a:xfrm>
            <a:off x="2148844" y="1661048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A375559C-359E-4AA0-A280-74EB508E72FF}"/>
              </a:ext>
            </a:extLst>
          </p:cNvPr>
          <p:cNvSpPr/>
          <p:nvPr/>
        </p:nvSpPr>
        <p:spPr>
          <a:xfrm>
            <a:off x="2148844" y="3318398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4810844E-ED75-4950-AC36-45878FAA4626}"/>
              </a:ext>
            </a:extLst>
          </p:cNvPr>
          <p:cNvCxnSpPr>
            <a:cxnSpLocks/>
            <a:stCxn id="60" idx="6"/>
            <a:endCxn id="124" idx="2"/>
          </p:cNvCxnSpPr>
          <p:nvPr/>
        </p:nvCxnSpPr>
        <p:spPr>
          <a:xfrm flipV="1">
            <a:off x="2967994" y="1541165"/>
            <a:ext cx="1147897" cy="529458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E4B7F45F-E427-4170-ABE0-510763D92F95}"/>
              </a:ext>
            </a:extLst>
          </p:cNvPr>
          <p:cNvCxnSpPr>
            <a:cxnSpLocks/>
            <a:stCxn id="60" idx="6"/>
            <a:endCxn id="126" idx="2"/>
          </p:cNvCxnSpPr>
          <p:nvPr/>
        </p:nvCxnSpPr>
        <p:spPr>
          <a:xfrm>
            <a:off x="2967994" y="2070623"/>
            <a:ext cx="1169068" cy="216948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39241228-064E-415C-8FE3-B5F0BE7F4A09}"/>
              </a:ext>
            </a:extLst>
          </p:cNvPr>
          <p:cNvCxnSpPr>
            <a:cxnSpLocks/>
            <a:stCxn id="62" idx="6"/>
            <a:endCxn id="124" idx="2"/>
          </p:cNvCxnSpPr>
          <p:nvPr/>
        </p:nvCxnSpPr>
        <p:spPr>
          <a:xfrm flipV="1">
            <a:off x="2967994" y="1541165"/>
            <a:ext cx="1147897" cy="218680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6AE65966-7805-463F-8A83-01263161BF47}"/>
              </a:ext>
            </a:extLst>
          </p:cNvPr>
          <p:cNvCxnSpPr>
            <a:cxnSpLocks/>
            <a:stCxn id="62" idx="6"/>
            <a:endCxn id="126" idx="2"/>
          </p:cNvCxnSpPr>
          <p:nvPr/>
        </p:nvCxnSpPr>
        <p:spPr>
          <a:xfrm>
            <a:off x="2967994" y="3727973"/>
            <a:ext cx="1169068" cy="51213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CF2B01FF-EF50-4871-9F2F-D23EB50724B9}"/>
              </a:ext>
            </a:extLst>
          </p:cNvPr>
          <p:cNvCxnSpPr>
            <a:cxnSpLocks/>
            <a:stCxn id="125" idx="3"/>
            <a:endCxn id="128" idx="2"/>
          </p:cNvCxnSpPr>
          <p:nvPr/>
        </p:nvCxnSpPr>
        <p:spPr>
          <a:xfrm flipV="1">
            <a:off x="5378802" y="1975649"/>
            <a:ext cx="1026961" cy="2242805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2D8D7614-CE23-4498-89E3-3A09C11C77F9}"/>
              </a:ext>
            </a:extLst>
          </p:cNvPr>
          <p:cNvCxnSpPr>
            <a:cxnSpLocks/>
            <a:stCxn id="123" idx="3"/>
            <a:endCxn id="128" idx="2"/>
          </p:cNvCxnSpPr>
          <p:nvPr/>
        </p:nvCxnSpPr>
        <p:spPr>
          <a:xfrm>
            <a:off x="5357631" y="1519512"/>
            <a:ext cx="1048132" cy="456137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97BCC261-2493-49C6-9747-74B93BF6E8AE}"/>
              </a:ext>
            </a:extLst>
          </p:cNvPr>
          <p:cNvCxnSpPr>
            <a:cxnSpLocks/>
            <a:stCxn id="123" idx="3"/>
            <a:endCxn id="130" idx="2"/>
          </p:cNvCxnSpPr>
          <p:nvPr/>
        </p:nvCxnSpPr>
        <p:spPr>
          <a:xfrm>
            <a:off x="5357631" y="1519512"/>
            <a:ext cx="1097718" cy="2202944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>
            <a:extLst>
              <a:ext uri="{FF2B5EF4-FFF2-40B4-BE49-F238E27FC236}">
                <a16:creationId xmlns:a16="http://schemas.microsoft.com/office/drawing/2014/main" id="{EF05BAE4-0795-48EF-BD06-C6901BD6D9BA}"/>
              </a:ext>
            </a:extLst>
          </p:cNvPr>
          <p:cNvCxnSpPr>
            <a:cxnSpLocks/>
            <a:stCxn id="125" idx="3"/>
            <a:endCxn id="130" idx="2"/>
          </p:cNvCxnSpPr>
          <p:nvPr/>
        </p:nvCxnSpPr>
        <p:spPr>
          <a:xfrm flipV="1">
            <a:off x="5378802" y="3722456"/>
            <a:ext cx="1076547" cy="495998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CD6E25AB-1147-4108-97DA-45C3DB1E1EE3}"/>
              </a:ext>
            </a:extLst>
          </p:cNvPr>
          <p:cNvCxnSpPr>
            <a:cxnSpLocks/>
            <a:stCxn id="124" idx="4"/>
            <a:endCxn id="88" idx="0"/>
          </p:cNvCxnSpPr>
          <p:nvPr/>
        </p:nvCxnSpPr>
        <p:spPr>
          <a:xfrm>
            <a:off x="4433062" y="1858336"/>
            <a:ext cx="8492" cy="63779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E743DDC4-520B-42EC-816F-79F763F5E6BA}"/>
              </a:ext>
            </a:extLst>
          </p:cNvPr>
          <p:cNvCxnSpPr>
            <a:cxnSpLocks/>
            <a:stCxn id="126" idx="4"/>
            <a:endCxn id="89" idx="0"/>
          </p:cNvCxnSpPr>
          <p:nvPr/>
        </p:nvCxnSpPr>
        <p:spPr>
          <a:xfrm flipH="1">
            <a:off x="4451386" y="4557278"/>
            <a:ext cx="2847" cy="470295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5866FBC3-8E08-48B1-A038-98A1F1D92F87}"/>
              </a:ext>
            </a:extLst>
          </p:cNvPr>
          <p:cNvSpPr/>
          <p:nvPr/>
        </p:nvSpPr>
        <p:spPr>
          <a:xfrm>
            <a:off x="4127230" y="24961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7678EA2D-F7C5-4422-914A-2EB391EAB11D}"/>
              </a:ext>
            </a:extLst>
          </p:cNvPr>
          <p:cNvSpPr/>
          <p:nvPr/>
        </p:nvSpPr>
        <p:spPr>
          <a:xfrm>
            <a:off x="4137062" y="5027573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69482D47-23D4-4229-A73D-896FB36417FA}"/>
              </a:ext>
            </a:extLst>
          </p:cNvPr>
          <p:cNvCxnSpPr>
            <a:cxnSpLocks/>
            <a:stCxn id="128" idx="4"/>
            <a:endCxn id="91" idx="0"/>
          </p:cNvCxnSpPr>
          <p:nvPr/>
        </p:nvCxnSpPr>
        <p:spPr>
          <a:xfrm>
            <a:off x="6722934" y="2292820"/>
            <a:ext cx="3513" cy="23389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8DC3D0F5-44BD-4D66-A769-FA0EC5344018}"/>
              </a:ext>
            </a:extLst>
          </p:cNvPr>
          <p:cNvSpPr/>
          <p:nvPr/>
        </p:nvSpPr>
        <p:spPr>
          <a:xfrm>
            <a:off x="6412123" y="2526717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2" name="直線單箭頭接點 91">
            <a:extLst>
              <a:ext uri="{FF2B5EF4-FFF2-40B4-BE49-F238E27FC236}">
                <a16:creationId xmlns:a16="http://schemas.microsoft.com/office/drawing/2014/main" id="{7F424C58-1511-44C3-8C1D-4E85ACB5A5BD}"/>
              </a:ext>
            </a:extLst>
          </p:cNvPr>
          <p:cNvCxnSpPr>
            <a:cxnSpLocks/>
            <a:stCxn id="130" idx="4"/>
            <a:endCxn id="93" idx="0"/>
          </p:cNvCxnSpPr>
          <p:nvPr/>
        </p:nvCxnSpPr>
        <p:spPr>
          <a:xfrm flipH="1">
            <a:off x="6769673" y="4039627"/>
            <a:ext cx="2847" cy="9843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>
            <a:extLst>
              <a:ext uri="{FF2B5EF4-FFF2-40B4-BE49-F238E27FC236}">
                <a16:creationId xmlns:a16="http://schemas.microsoft.com/office/drawing/2014/main" id="{38F5AA37-3B40-4FCE-98F1-97BBDFABD3F0}"/>
              </a:ext>
            </a:extLst>
          </p:cNvPr>
          <p:cNvSpPr/>
          <p:nvPr/>
        </p:nvSpPr>
        <p:spPr>
          <a:xfrm>
            <a:off x="6455349" y="5023941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E0D0D70D-6A86-45CD-8FD1-044D4182C162}"/>
                  </a:ext>
                </a:extLst>
              </p:cNvPr>
              <p:cNvSpPr/>
              <p:nvPr/>
            </p:nvSpPr>
            <p:spPr>
              <a:xfrm>
                <a:off x="2264108" y="169813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</a:rPr>
                  <a:t>0.25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E0D0D70D-6A86-45CD-8FD1-044D4182C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108" y="1698136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3032F684-90DC-4AAB-B9CB-0F5A5FEF4F81}"/>
                  </a:ext>
                </a:extLst>
              </p:cNvPr>
              <p:cNvSpPr/>
              <p:nvPr/>
            </p:nvSpPr>
            <p:spPr>
              <a:xfrm>
                <a:off x="2289846" y="338167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>
                    <a:solidFill>
                      <a:schemeClr val="tx1"/>
                    </a:solidFill>
                  </a:rPr>
                  <a:t>0.02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3032F684-90DC-4AAB-B9CB-0F5A5FEF4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9846" y="3381678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CBADB7A0-7933-4D90-8E82-89365BD8DC4B}"/>
                  </a:ext>
                </a:extLst>
              </p:cNvPr>
              <p:cNvSpPr/>
              <p:nvPr/>
            </p:nvSpPr>
            <p:spPr>
              <a:xfrm>
                <a:off x="10260870" y="2341343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chemeClr val="tx1"/>
                    </a:solidFill>
                    <a:highlight>
                      <a:srgbClr val="C0C0C0"/>
                    </a:highlight>
                  </a:rPr>
                  <a:t>0.42</a:t>
                </a:r>
                <a:endParaRPr lang="zh-TW" altLang="en-US" dirty="0">
                  <a:solidFill>
                    <a:schemeClr val="tx1"/>
                  </a:solidFill>
                  <a:highlight>
                    <a:srgbClr val="C0C0C0"/>
                  </a:highlight>
                </a:endParaRPr>
              </a:p>
            </p:txBody>
          </p:sp>
        </mc:Choice>
        <mc:Fallback xmlns="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CBADB7A0-7933-4D90-8E82-89365BD8DC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870" y="2341343"/>
                <a:ext cx="638174" cy="646331"/>
              </a:xfrm>
              <a:prstGeom prst="rect">
                <a:avLst/>
              </a:prstGeom>
              <a:blipFill>
                <a:blip r:embed="rId4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B5CEF79A-C48F-4EDF-AB1B-19D9F0AE0CBF}"/>
                  </a:ext>
                </a:extLst>
              </p:cNvPr>
              <p:cNvSpPr/>
              <p:nvPr/>
            </p:nvSpPr>
            <p:spPr>
              <a:xfrm>
                <a:off x="10161907" y="338004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chemeClr val="tx1"/>
                    </a:solidFill>
                    <a:highlight>
                      <a:srgbClr val="C0C0C0"/>
                    </a:highlight>
                  </a:rPr>
                  <a:t>0.42</a:t>
                </a:r>
                <a:endParaRPr lang="zh-TW" altLang="en-US" dirty="0">
                  <a:solidFill>
                    <a:schemeClr val="tx1"/>
                  </a:solidFill>
                  <a:highlight>
                    <a:srgbClr val="C0C0C0"/>
                  </a:highlight>
                </a:endParaRPr>
              </a:p>
            </p:txBody>
          </p:sp>
        </mc:Choice>
        <mc:Fallback xmlns="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B5CEF79A-C48F-4EDF-AB1B-19D9F0AE0C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907" y="3380044"/>
                <a:ext cx="638174" cy="646331"/>
              </a:xfrm>
              <a:prstGeom prst="rect">
                <a:avLst/>
              </a:prstGeom>
              <a:blipFill>
                <a:blip r:embed="rId5"/>
                <a:stretch>
                  <a:fillRect l="-5714" r="-285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B6BCDA28-7B52-4EFA-8C31-DBFB4FDF6A68}"/>
                  </a:ext>
                </a:extLst>
              </p:cNvPr>
              <p:cNvSpPr/>
              <p:nvPr/>
            </p:nvSpPr>
            <p:spPr>
              <a:xfrm>
                <a:off x="11208111" y="2385768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chemeClr val="tx1"/>
                    </a:solidFill>
                    <a:highlight>
                      <a:srgbClr val="C0C0C0"/>
                    </a:highlight>
                  </a:rPr>
                  <a:t>0.67</a:t>
                </a:r>
                <a:endParaRPr lang="zh-TW" altLang="en-US" dirty="0">
                  <a:solidFill>
                    <a:schemeClr val="tx1"/>
                  </a:solidFill>
                  <a:highlight>
                    <a:srgbClr val="C0C0C0"/>
                  </a:highlight>
                </a:endParaRPr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B6BCDA28-7B52-4EFA-8C31-DBFB4FDF6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8111" y="2385768"/>
                <a:ext cx="638174" cy="646331"/>
              </a:xfrm>
              <a:prstGeom prst="rect">
                <a:avLst/>
              </a:prstGeom>
              <a:blipFill>
                <a:blip r:embed="rId6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9466C919-D401-45CA-9B65-91202D0D1F20}"/>
                  </a:ext>
                </a:extLst>
              </p:cNvPr>
              <p:cNvSpPr/>
              <p:nvPr/>
            </p:nvSpPr>
            <p:spPr>
              <a:xfrm>
                <a:off x="11079133" y="337183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chemeClr val="tx1"/>
                    </a:solidFill>
                    <a:highlight>
                      <a:srgbClr val="C0C0C0"/>
                    </a:highlight>
                  </a:rPr>
                  <a:t>0.67</a:t>
                </a:r>
                <a:endParaRPr lang="zh-TW" altLang="en-US" dirty="0">
                  <a:solidFill>
                    <a:schemeClr val="tx1"/>
                  </a:solidFill>
                  <a:highlight>
                    <a:srgbClr val="C0C0C0"/>
                  </a:highlight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9466C919-D401-45CA-9B65-91202D0D1F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9133" y="3371832"/>
                <a:ext cx="638174" cy="646331"/>
              </a:xfrm>
              <a:prstGeom prst="rect">
                <a:avLst/>
              </a:prstGeom>
              <a:blipFill>
                <a:blip r:embed="rId7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等腰三角形 122">
            <a:extLst>
              <a:ext uri="{FF2B5EF4-FFF2-40B4-BE49-F238E27FC236}">
                <a16:creationId xmlns:a16="http://schemas.microsoft.com/office/drawing/2014/main" id="{205D598F-1DBB-47C6-8DFA-9814E695B986}"/>
              </a:ext>
            </a:extLst>
          </p:cNvPr>
          <p:cNvSpPr/>
          <p:nvPr/>
        </p:nvSpPr>
        <p:spPr>
          <a:xfrm rot="16200000">
            <a:off x="4682141" y="1220987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8F87E4C8-056F-4A45-9966-2D57397F0801}"/>
              </a:ext>
            </a:extLst>
          </p:cNvPr>
          <p:cNvSpPr/>
          <p:nvPr/>
        </p:nvSpPr>
        <p:spPr>
          <a:xfrm>
            <a:off x="4115891" y="1223994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等腰三角形 124">
            <a:extLst>
              <a:ext uri="{FF2B5EF4-FFF2-40B4-BE49-F238E27FC236}">
                <a16:creationId xmlns:a16="http://schemas.microsoft.com/office/drawing/2014/main" id="{C4C4002B-38E3-4364-9F8A-3AE21D183C0F}"/>
              </a:ext>
            </a:extLst>
          </p:cNvPr>
          <p:cNvSpPr/>
          <p:nvPr/>
        </p:nvSpPr>
        <p:spPr>
          <a:xfrm rot="16200000">
            <a:off x="4703312" y="3919929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398CA64D-E7DB-4474-9075-8B0CB24033EC}"/>
              </a:ext>
            </a:extLst>
          </p:cNvPr>
          <p:cNvSpPr/>
          <p:nvPr/>
        </p:nvSpPr>
        <p:spPr>
          <a:xfrm>
            <a:off x="4137062" y="3922936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7" name="等腰三角形 126">
            <a:extLst>
              <a:ext uri="{FF2B5EF4-FFF2-40B4-BE49-F238E27FC236}">
                <a16:creationId xmlns:a16="http://schemas.microsoft.com/office/drawing/2014/main" id="{FDA93368-51A4-4E7D-8282-DBACCF7EC272}"/>
              </a:ext>
            </a:extLst>
          </p:cNvPr>
          <p:cNvSpPr/>
          <p:nvPr/>
        </p:nvSpPr>
        <p:spPr>
          <a:xfrm rot="16200000">
            <a:off x="6972013" y="1655471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8" name="橢圓 127">
            <a:extLst>
              <a:ext uri="{FF2B5EF4-FFF2-40B4-BE49-F238E27FC236}">
                <a16:creationId xmlns:a16="http://schemas.microsoft.com/office/drawing/2014/main" id="{D78E854F-A634-42C4-96B9-23F766457E7C}"/>
              </a:ext>
            </a:extLst>
          </p:cNvPr>
          <p:cNvSpPr/>
          <p:nvPr/>
        </p:nvSpPr>
        <p:spPr>
          <a:xfrm>
            <a:off x="6405763" y="1658478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等腰三角形 128">
            <a:extLst>
              <a:ext uri="{FF2B5EF4-FFF2-40B4-BE49-F238E27FC236}">
                <a16:creationId xmlns:a16="http://schemas.microsoft.com/office/drawing/2014/main" id="{4A96665F-BDD0-43F4-B50C-368846641481}"/>
              </a:ext>
            </a:extLst>
          </p:cNvPr>
          <p:cNvSpPr/>
          <p:nvPr/>
        </p:nvSpPr>
        <p:spPr>
          <a:xfrm rot="16200000">
            <a:off x="7021599" y="3402278"/>
            <a:ext cx="753930" cy="597050"/>
          </a:xfrm>
          <a:prstGeom prst="triangle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0" name="橢圓 129">
            <a:extLst>
              <a:ext uri="{FF2B5EF4-FFF2-40B4-BE49-F238E27FC236}">
                <a16:creationId xmlns:a16="http://schemas.microsoft.com/office/drawing/2014/main" id="{86837B00-1A67-40E0-AEC9-5F1747FF78C6}"/>
              </a:ext>
            </a:extLst>
          </p:cNvPr>
          <p:cNvSpPr/>
          <p:nvPr/>
        </p:nvSpPr>
        <p:spPr>
          <a:xfrm>
            <a:off x="6455349" y="3405285"/>
            <a:ext cx="634342" cy="6343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7CCCFF2E-3CFF-4ABA-9F23-C7DC335535FC}"/>
                  </a:ext>
                </a:extLst>
              </p:cNvPr>
              <p:cNvSpPr/>
              <p:nvPr/>
            </p:nvSpPr>
            <p:spPr>
              <a:xfrm>
                <a:off x="6468521" y="3395500"/>
                <a:ext cx="606640" cy="6667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7CCCFF2E-3CFF-4ABA-9F23-C7DC335535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521" y="3395500"/>
                <a:ext cx="606640" cy="6667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4F4DA365-21D9-4F6A-AD50-00F141AD7071}"/>
                  </a:ext>
                </a:extLst>
              </p:cNvPr>
              <p:cNvSpPr/>
              <p:nvPr/>
            </p:nvSpPr>
            <p:spPr>
              <a:xfrm>
                <a:off x="6427282" y="1642962"/>
                <a:ext cx="604974" cy="665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4F4DA365-21D9-4F6A-AD50-00F141AD7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282" y="1642962"/>
                <a:ext cx="604974" cy="6653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7A0CED18-820F-4B4E-9331-77F999E33393}"/>
                  </a:ext>
                </a:extLst>
              </p:cNvPr>
              <p:cNvSpPr/>
              <p:nvPr/>
            </p:nvSpPr>
            <p:spPr>
              <a:xfrm>
                <a:off x="7050453" y="1588608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7A0CED18-820F-4B4E-9331-77F999E33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453" y="1588608"/>
                <a:ext cx="887744" cy="6662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36BC03B8-58CD-4666-A7C7-8EFB30AFA82B}"/>
                  </a:ext>
                </a:extLst>
              </p:cNvPr>
              <p:cNvSpPr/>
              <p:nvPr/>
            </p:nvSpPr>
            <p:spPr>
              <a:xfrm>
                <a:off x="7083997" y="3361894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36BC03B8-58CD-4666-A7C7-8EFB30AFA8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997" y="3361894"/>
                <a:ext cx="887744" cy="6662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23AAC865-8E1A-4B6C-8281-B8C4B50E249C}"/>
                  </a:ext>
                </a:extLst>
              </p:cNvPr>
              <p:cNvSpPr/>
              <p:nvPr/>
            </p:nvSpPr>
            <p:spPr>
              <a:xfrm>
                <a:off x="4142373" y="1198558"/>
                <a:ext cx="604974" cy="6657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23AAC865-8E1A-4B6C-8281-B8C4B50E2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373" y="1198558"/>
                <a:ext cx="604974" cy="66576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ABB5B826-DDFF-488F-9FB0-EFF224FB459F}"/>
                  </a:ext>
                </a:extLst>
              </p:cNvPr>
              <p:cNvSpPr/>
              <p:nvPr/>
            </p:nvSpPr>
            <p:spPr>
              <a:xfrm>
                <a:off x="4709330" y="1151553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ABB5B826-DDFF-488F-9FB0-EFF224FB45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330" y="1151553"/>
                <a:ext cx="887744" cy="66620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0107D40-2453-43C7-AA07-77DF6948B4AE}"/>
                  </a:ext>
                </a:extLst>
              </p:cNvPr>
              <p:cNvSpPr/>
              <p:nvPr/>
            </p:nvSpPr>
            <p:spPr>
              <a:xfrm>
                <a:off x="4170958" y="3902818"/>
                <a:ext cx="604974" cy="6660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0107D40-2453-43C7-AA07-77DF6948B4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958" y="3902818"/>
                <a:ext cx="604974" cy="66608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82113DB9-98B3-4035-99F6-D3D529D5DFF8}"/>
                  </a:ext>
                </a:extLst>
              </p:cNvPr>
              <p:cNvSpPr/>
              <p:nvPr/>
            </p:nvSpPr>
            <p:spPr>
              <a:xfrm>
                <a:off x="4726105" y="3928053"/>
                <a:ext cx="887744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82113DB9-98B3-4035-99F6-D3D529D5DF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105" y="3928053"/>
                <a:ext cx="887744" cy="66620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35C309E-7BDB-48A7-AF04-273ED9CC395F}"/>
                  </a:ext>
                </a:extLst>
              </p:cNvPr>
              <p:cNvSpPr/>
              <p:nvPr/>
            </p:nvSpPr>
            <p:spPr>
              <a:xfrm>
                <a:off x="5593592" y="1400719"/>
                <a:ext cx="790666" cy="5339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35C309E-7BDB-48A7-AF04-273ED9CC39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592" y="1400719"/>
                <a:ext cx="790666" cy="5339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DC428A1-6ABD-49F6-97D9-3A0B2336BA3C}"/>
                  </a:ext>
                </a:extLst>
              </p:cNvPr>
              <p:cNvSpPr/>
              <p:nvPr/>
            </p:nvSpPr>
            <p:spPr>
              <a:xfrm>
                <a:off x="5392421" y="2078832"/>
                <a:ext cx="790666" cy="5339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DC428A1-6ABD-49F6-97D9-3A0B2336BA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421" y="2078832"/>
                <a:ext cx="790666" cy="53392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CA55247D-5656-4CAB-9CC3-C85AE4687FEB}"/>
                  </a:ext>
                </a:extLst>
              </p:cNvPr>
              <p:cNvSpPr/>
              <p:nvPr/>
            </p:nvSpPr>
            <p:spPr>
              <a:xfrm>
                <a:off x="5347563" y="3198125"/>
                <a:ext cx="790666" cy="5328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CA55247D-5656-4CAB-9CC3-C85AE4687F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563" y="3198125"/>
                <a:ext cx="790666" cy="53283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7590111-7415-4F2B-A174-6FDDEF86D731}"/>
                  </a:ext>
                </a:extLst>
              </p:cNvPr>
              <p:cNvSpPr/>
              <p:nvPr/>
            </p:nvSpPr>
            <p:spPr>
              <a:xfrm>
                <a:off x="5595697" y="3759283"/>
                <a:ext cx="790666" cy="534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7590111-7415-4F2B-A174-6FDDEF86D7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697" y="3759283"/>
                <a:ext cx="790666" cy="53418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CA77C4DA-6A15-44B6-ACA4-BC7C320C319C}"/>
                  </a:ext>
                </a:extLst>
              </p:cNvPr>
              <p:cNvSpPr/>
              <p:nvPr/>
            </p:nvSpPr>
            <p:spPr>
              <a:xfrm>
                <a:off x="3128578" y="1526628"/>
                <a:ext cx="790666" cy="532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CA77C4DA-6A15-44B6-ACA4-BC7C320C31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578" y="1526628"/>
                <a:ext cx="790666" cy="53239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BB5A221A-4A70-4356-B517-5F74BFFFBB81}"/>
                  </a:ext>
                </a:extLst>
              </p:cNvPr>
              <p:cNvSpPr/>
              <p:nvPr/>
            </p:nvSpPr>
            <p:spPr>
              <a:xfrm>
                <a:off x="2872621" y="2257476"/>
                <a:ext cx="790666" cy="532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BB5A221A-4A70-4356-B517-5F74BFFFBB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621" y="2257476"/>
                <a:ext cx="790666" cy="53239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71D79CEF-DDBC-4523-8AB3-CBD13282DA1A}"/>
                  </a:ext>
                </a:extLst>
              </p:cNvPr>
              <p:cNvSpPr/>
              <p:nvPr/>
            </p:nvSpPr>
            <p:spPr>
              <a:xfrm>
                <a:off x="2784550" y="3084295"/>
                <a:ext cx="790666" cy="5336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71D79CEF-DDBC-4523-8AB3-CBD13282DA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4550" y="3084295"/>
                <a:ext cx="790666" cy="53367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919DA368-4AE1-4D18-AD97-816C9447D902}"/>
                  </a:ext>
                </a:extLst>
              </p:cNvPr>
              <p:cNvSpPr/>
              <p:nvPr/>
            </p:nvSpPr>
            <p:spPr>
              <a:xfrm>
                <a:off x="3152386" y="3726168"/>
                <a:ext cx="790666" cy="532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919DA368-4AE1-4D18-AD97-816C9447D9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386" y="3726168"/>
                <a:ext cx="790666" cy="53239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701D856-07C1-42A8-87DA-2401270F0B9E}"/>
                  </a:ext>
                </a:extLst>
              </p:cNvPr>
              <p:cNvSpPr/>
              <p:nvPr/>
            </p:nvSpPr>
            <p:spPr>
              <a:xfrm>
                <a:off x="4078261" y="2536245"/>
                <a:ext cx="848374" cy="532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 </a:t>
                </a:r>
                <a:endParaRPr lang="en-US" altLang="zh-TW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701D856-07C1-42A8-87DA-2401270F0B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261" y="2536245"/>
                <a:ext cx="848374" cy="53239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67B7EEA0-B443-4F01-8A7C-1CB5B4FB6F7F}"/>
              </a:ext>
            </a:extLst>
          </p:cNvPr>
          <p:cNvSpPr/>
          <p:nvPr/>
        </p:nvSpPr>
        <p:spPr>
          <a:xfrm>
            <a:off x="9072940" y="4594261"/>
            <a:ext cx="9613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0.1315</a:t>
            </a:r>
          </a:p>
          <a:p>
            <a:r>
              <a:rPr lang="en-US" altLang="zh-TW" dirty="0"/>
              <a:t>0.0149</a:t>
            </a:r>
          </a:p>
          <a:p>
            <a:r>
              <a:rPr lang="en-US" altLang="zh-TW" dirty="0"/>
              <a:t>0.1315</a:t>
            </a:r>
          </a:p>
          <a:p>
            <a:r>
              <a:rPr lang="en-US" altLang="zh-TW" dirty="0"/>
              <a:t>0.0149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3C5DB089-5D97-4C5A-9D1F-CA3E9DB9A7A4}"/>
                  </a:ext>
                </a:extLst>
              </p:cNvPr>
              <p:cNvSpPr/>
              <p:nvPr/>
            </p:nvSpPr>
            <p:spPr>
              <a:xfrm>
                <a:off x="6382361" y="2584829"/>
                <a:ext cx="790666" cy="5336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</a:t>
                </a:r>
              </a:p>
            </p:txBody>
          </p:sp>
        </mc:Choice>
        <mc:Fallback xmlns="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3C5DB089-5D97-4C5A-9D1F-CA3E9DB9A7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361" y="2584829"/>
                <a:ext cx="790666" cy="53367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877E15AD-4C5C-4113-ACD2-9E19C4AB9B4F}"/>
                  </a:ext>
                </a:extLst>
              </p:cNvPr>
              <p:cNvSpPr/>
              <p:nvPr/>
            </p:nvSpPr>
            <p:spPr>
              <a:xfrm>
                <a:off x="4107115" y="5089245"/>
                <a:ext cx="790665" cy="532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</a:t>
                </a:r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877E15AD-4C5C-4113-ACD2-9E19C4AB9B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115" y="5089245"/>
                <a:ext cx="790665" cy="53239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9FD0E527-B932-410C-A2A8-77C176CCFD48}"/>
                  </a:ext>
                </a:extLst>
              </p:cNvPr>
              <p:cNvSpPr/>
              <p:nvPr/>
            </p:nvSpPr>
            <p:spPr>
              <a:xfrm>
                <a:off x="6405763" y="5089245"/>
                <a:ext cx="790666" cy="532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</a:t>
                </a:r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9FD0E527-B932-410C-A2A8-77C176CCFD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763" y="5089245"/>
                <a:ext cx="790666" cy="53239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4738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橢圓 1">
            <a:extLst>
              <a:ext uri="{FF2B5EF4-FFF2-40B4-BE49-F238E27FC236}">
                <a16:creationId xmlns:a16="http://schemas.microsoft.com/office/drawing/2014/main" id="{170AA389-4ECD-46BB-86FA-A273EEEF3F65}"/>
              </a:ext>
            </a:extLst>
          </p:cNvPr>
          <p:cNvSpPr/>
          <p:nvPr/>
        </p:nvSpPr>
        <p:spPr>
          <a:xfrm>
            <a:off x="781050" y="189547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8B72223A-6D3C-4682-B109-D6C50967DBB2}"/>
              </a:ext>
            </a:extLst>
          </p:cNvPr>
          <p:cNvSpPr/>
          <p:nvPr/>
        </p:nvSpPr>
        <p:spPr>
          <a:xfrm>
            <a:off x="781050" y="3552825"/>
            <a:ext cx="819150" cy="8191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13DD6B5-34D4-4BFB-BBDF-F1F33EA605AE}"/>
              </a:ext>
            </a:extLst>
          </p:cNvPr>
          <p:cNvSpPr/>
          <p:nvPr/>
        </p:nvSpPr>
        <p:spPr>
          <a:xfrm>
            <a:off x="3028950" y="137160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30104EA7-D830-40F4-89A6-F9AB926C3EE0}"/>
              </a:ext>
            </a:extLst>
          </p:cNvPr>
          <p:cNvSpPr/>
          <p:nvPr/>
        </p:nvSpPr>
        <p:spPr>
          <a:xfrm>
            <a:off x="3028950" y="4133850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3708741-4CC1-4E4D-A52C-33EEFF6673E1}"/>
              </a:ext>
            </a:extLst>
          </p:cNvPr>
          <p:cNvSpPr/>
          <p:nvPr/>
        </p:nvSpPr>
        <p:spPr>
          <a:xfrm>
            <a:off x="5276850" y="189547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2E3DE1BE-052D-4DDB-964A-2EF4BC721A86}"/>
              </a:ext>
            </a:extLst>
          </p:cNvPr>
          <p:cNvSpPr/>
          <p:nvPr/>
        </p:nvSpPr>
        <p:spPr>
          <a:xfrm>
            <a:off x="5276850" y="3552825"/>
            <a:ext cx="819150" cy="8191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10C4467D-DF58-4E0A-A9B4-A78268C20A38}"/>
              </a:ext>
            </a:extLst>
          </p:cNvPr>
          <p:cNvCxnSpPr>
            <a:stCxn id="2" idx="6"/>
            <a:endCxn id="4" idx="2"/>
          </p:cNvCxnSpPr>
          <p:nvPr/>
        </p:nvCxnSpPr>
        <p:spPr>
          <a:xfrm flipV="1">
            <a:off x="16002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0673E82D-DBBA-4845-9A52-9605184A0E0E}"/>
              </a:ext>
            </a:extLst>
          </p:cNvPr>
          <p:cNvCxnSpPr>
            <a:stCxn id="2" idx="6"/>
            <a:endCxn id="5" idx="2"/>
          </p:cNvCxnSpPr>
          <p:nvPr/>
        </p:nvCxnSpPr>
        <p:spPr>
          <a:xfrm>
            <a:off x="16002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B933266-349D-4ED6-83CA-0628122DB3D5}"/>
              </a:ext>
            </a:extLst>
          </p:cNvPr>
          <p:cNvCxnSpPr>
            <a:cxnSpLocks/>
            <a:stCxn id="3" idx="6"/>
            <a:endCxn id="4" idx="2"/>
          </p:cNvCxnSpPr>
          <p:nvPr/>
        </p:nvCxnSpPr>
        <p:spPr>
          <a:xfrm flipV="1">
            <a:off x="16002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A6C6FE9-924F-464B-B32B-7BC128F7F060}"/>
              </a:ext>
            </a:extLst>
          </p:cNvPr>
          <p:cNvCxnSpPr>
            <a:stCxn id="3" idx="6"/>
            <a:endCxn id="5" idx="2"/>
          </p:cNvCxnSpPr>
          <p:nvPr/>
        </p:nvCxnSpPr>
        <p:spPr>
          <a:xfrm>
            <a:off x="16002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1BF3299-C97B-4934-83B0-C7023C46697D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3848100" y="2305050"/>
            <a:ext cx="1428750" cy="223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9F034A8-08E1-4156-BA97-A10BED0C7D65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3848100" y="1781175"/>
            <a:ext cx="1428750" cy="523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6227F04-D4E1-4F16-AE28-A64F2BF7E6BA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3848100" y="1781175"/>
            <a:ext cx="1428750" cy="2181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799BDDB-B264-4C0F-B7E7-A86C96A14E9B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3848100" y="3962400"/>
            <a:ext cx="1428750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B6C6A46F-45C6-45BC-9150-DA729EACDFAA}"/>
              </a:ext>
            </a:extLst>
          </p:cNvPr>
          <p:cNvCxnSpPr>
            <a:endCxn id="4" idx="4"/>
          </p:cNvCxnSpPr>
          <p:nvPr/>
        </p:nvCxnSpPr>
        <p:spPr>
          <a:xfrm>
            <a:off x="3438525" y="137160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6ABF090C-F772-4031-8ACE-ED0503FE00E0}"/>
              </a:ext>
            </a:extLst>
          </p:cNvPr>
          <p:cNvCxnSpPr>
            <a:stCxn id="5" idx="0"/>
            <a:endCxn id="5" idx="4"/>
          </p:cNvCxnSpPr>
          <p:nvPr/>
        </p:nvCxnSpPr>
        <p:spPr>
          <a:xfrm>
            <a:off x="3438525" y="4133850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EBA1BAC7-EAB2-4B9F-AE0B-717202DFA6C4}"/>
              </a:ext>
            </a:extLst>
          </p:cNvPr>
          <p:cNvCxnSpPr>
            <a:stCxn id="6" idx="0"/>
            <a:endCxn id="6" idx="4"/>
          </p:cNvCxnSpPr>
          <p:nvPr/>
        </p:nvCxnSpPr>
        <p:spPr>
          <a:xfrm>
            <a:off x="5686425" y="189547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AA8EFBB0-E7A1-41D9-BFE2-50CE1B5EFD2E}"/>
              </a:ext>
            </a:extLst>
          </p:cNvPr>
          <p:cNvCxnSpPr>
            <a:stCxn id="7" idx="0"/>
            <a:endCxn id="7" idx="4"/>
          </p:cNvCxnSpPr>
          <p:nvPr/>
        </p:nvCxnSpPr>
        <p:spPr>
          <a:xfrm>
            <a:off x="5686425" y="3552825"/>
            <a:ext cx="0" cy="8191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0B4D77E-E0D5-4808-A23A-A8F4C60457F5}"/>
              </a:ext>
            </a:extLst>
          </p:cNvPr>
          <p:cNvCxnSpPr>
            <a:cxnSpLocks/>
            <a:stCxn id="4" idx="2"/>
            <a:endCxn id="22" idx="0"/>
          </p:cNvCxnSpPr>
          <p:nvPr/>
        </p:nvCxnSpPr>
        <p:spPr>
          <a:xfrm>
            <a:off x="3028950" y="1781175"/>
            <a:ext cx="1" cy="96917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67E5B422-3F69-4B38-A8D1-D284AA0BDB27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>
            <a:off x="3028950" y="4543425"/>
            <a:ext cx="1" cy="7096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B08B836F-D734-49F3-B096-D11961B4CA6C}"/>
              </a:ext>
            </a:extLst>
          </p:cNvPr>
          <p:cNvSpPr/>
          <p:nvPr/>
        </p:nvSpPr>
        <p:spPr>
          <a:xfrm>
            <a:off x="2714627" y="2750345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BD507A3-333B-4E55-824B-EE8987F6019A}"/>
              </a:ext>
            </a:extLst>
          </p:cNvPr>
          <p:cNvSpPr/>
          <p:nvPr/>
        </p:nvSpPr>
        <p:spPr>
          <a:xfrm>
            <a:off x="2714627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B97DB9AB-3AAF-43FC-AA07-A1210004556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276850" y="2305050"/>
            <a:ext cx="0" cy="5476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3931F597-6834-454E-A6B4-3269B9A3B549}"/>
              </a:ext>
            </a:extLst>
          </p:cNvPr>
          <p:cNvSpPr/>
          <p:nvPr/>
        </p:nvSpPr>
        <p:spPr>
          <a:xfrm>
            <a:off x="4962526" y="2752726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C1CE00C4-227F-4072-A8C6-92AD1DC97F64}"/>
              </a:ext>
            </a:extLst>
          </p:cNvPr>
          <p:cNvCxnSpPr>
            <a:cxnSpLocks/>
            <a:stCxn id="7" idx="2"/>
            <a:endCxn id="27" idx="0"/>
          </p:cNvCxnSpPr>
          <p:nvPr/>
        </p:nvCxnSpPr>
        <p:spPr>
          <a:xfrm>
            <a:off x="5276850" y="3962400"/>
            <a:ext cx="0" cy="129063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271FED27-C690-4129-9497-87C7E226E245}"/>
              </a:ext>
            </a:extLst>
          </p:cNvPr>
          <p:cNvSpPr/>
          <p:nvPr/>
        </p:nvSpPr>
        <p:spPr>
          <a:xfrm>
            <a:off x="4962526" y="5253039"/>
            <a:ext cx="628648" cy="628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套索 27">
            <a:extLst>
              <a:ext uri="{FF2B5EF4-FFF2-40B4-BE49-F238E27FC236}">
                <a16:creationId xmlns:a16="http://schemas.microsoft.com/office/drawing/2014/main" id="{E91C64EA-A135-4D3D-BDFD-A7A89D2E209E}"/>
              </a:ext>
            </a:extLst>
          </p:cNvPr>
          <p:cNvSpPr/>
          <p:nvPr/>
        </p:nvSpPr>
        <p:spPr>
          <a:xfrm>
            <a:off x="2981325" y="1371598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套索 28">
            <a:extLst>
              <a:ext uri="{FF2B5EF4-FFF2-40B4-BE49-F238E27FC236}">
                <a16:creationId xmlns:a16="http://schemas.microsoft.com/office/drawing/2014/main" id="{5B8F9414-6246-44F1-9572-1E3E52F54C3F}"/>
              </a:ext>
            </a:extLst>
          </p:cNvPr>
          <p:cNvSpPr/>
          <p:nvPr/>
        </p:nvSpPr>
        <p:spPr>
          <a:xfrm>
            <a:off x="2981325" y="4133849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套索 29">
            <a:extLst>
              <a:ext uri="{FF2B5EF4-FFF2-40B4-BE49-F238E27FC236}">
                <a16:creationId xmlns:a16="http://schemas.microsoft.com/office/drawing/2014/main" id="{A280766D-7A54-46DD-9795-B1A7DE92ED7B}"/>
              </a:ext>
            </a:extLst>
          </p:cNvPr>
          <p:cNvSpPr/>
          <p:nvPr/>
        </p:nvSpPr>
        <p:spPr>
          <a:xfrm>
            <a:off x="5229225" y="189547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套索 30">
            <a:extLst>
              <a:ext uri="{FF2B5EF4-FFF2-40B4-BE49-F238E27FC236}">
                <a16:creationId xmlns:a16="http://schemas.microsoft.com/office/drawing/2014/main" id="{849D37D6-47E1-4294-B0D7-BD9C09E90645}"/>
              </a:ext>
            </a:extLst>
          </p:cNvPr>
          <p:cNvSpPr/>
          <p:nvPr/>
        </p:nvSpPr>
        <p:spPr>
          <a:xfrm>
            <a:off x="5229225" y="3552824"/>
            <a:ext cx="866774" cy="819151"/>
          </a:xfrm>
          <a:prstGeom prst="chord">
            <a:avLst>
              <a:gd name="adj1" fmla="val 16372786"/>
              <a:gd name="adj2" fmla="val 51889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D451FD0-CFFD-472F-82EC-3E2AC48E9A95}"/>
                  </a:ext>
                </a:extLst>
              </p:cNvPr>
              <p:cNvSpPr/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0.25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D451FD0-CFFD-472F-82EC-3E2AC48E9A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4" y="1932563"/>
                <a:ext cx="588623" cy="646331"/>
              </a:xfrm>
              <a:prstGeom prst="rect">
                <a:avLst/>
              </a:prstGeom>
              <a:blipFill>
                <a:blip r:embed="rId2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4220D8EC-D0BF-4A97-B31F-20C684837CC1}"/>
                  </a:ext>
                </a:extLst>
              </p:cNvPr>
              <p:cNvSpPr/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</a:rPr>
                  <a:t>0.02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4220D8EC-D0BF-4A97-B31F-20C684837C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2" y="3616105"/>
                <a:ext cx="588623" cy="646331"/>
              </a:xfrm>
              <a:prstGeom prst="rect">
                <a:avLst/>
              </a:prstGeom>
              <a:blipFill>
                <a:blip r:embed="rId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DD2EDA0-A111-4E38-BFC9-478378C3059F}"/>
                  </a:ext>
                </a:extLst>
              </p:cNvPr>
              <p:cNvSpPr/>
              <p:nvPr/>
            </p:nvSpPr>
            <p:spPr>
              <a:xfrm>
                <a:off x="1281112" y="3332925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0.25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DD2EDA0-A111-4E38-BFC9-478378C305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12" y="3332925"/>
                <a:ext cx="64633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9748D9F6-93B6-4528-891F-3FB43AB7EF16}"/>
                  </a:ext>
                </a:extLst>
              </p:cNvPr>
              <p:cNvSpPr/>
              <p:nvPr/>
            </p:nvSpPr>
            <p:spPr>
              <a:xfrm>
                <a:off x="1222933" y="2301233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0.13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9748D9F6-93B6-4528-891F-3FB43AB7EF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933" y="2301233"/>
                <a:ext cx="588623" cy="646331"/>
              </a:xfrm>
              <a:prstGeom prst="rect">
                <a:avLst/>
              </a:prstGeom>
              <a:blipFill>
                <a:blip r:embed="rId5"/>
                <a:stretch>
                  <a:fillRect l="-9375" r="-9375" b="-130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45575F34-6F14-4DE7-BF1D-93A3B2234F18}"/>
                  </a:ext>
                </a:extLst>
              </p:cNvPr>
              <p:cNvSpPr/>
              <p:nvPr/>
            </p:nvSpPr>
            <p:spPr>
              <a:xfrm>
                <a:off x="1561736" y="1744845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0.30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45575F34-6F14-4DE7-BF1D-93A3B2234F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736" y="1744845"/>
                <a:ext cx="588623" cy="646331"/>
              </a:xfrm>
              <a:prstGeom prst="rect">
                <a:avLst/>
              </a:prstGeom>
              <a:blipFill>
                <a:blip r:embed="rId6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B5AC60F4-08F2-464D-9C04-1CB4555C27AA}"/>
                  </a:ext>
                </a:extLst>
              </p:cNvPr>
              <p:cNvSpPr/>
              <p:nvPr/>
            </p:nvSpPr>
            <p:spPr>
              <a:xfrm>
                <a:off x="1555433" y="3765719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0.42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B5AC60F4-08F2-464D-9C04-1CB4555C2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433" y="3765719"/>
                <a:ext cx="64633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51688EAC-0471-4D49-B1C8-D022328131A7}"/>
                  </a:ext>
                </a:extLst>
              </p:cNvPr>
              <p:cNvSpPr/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51688EAC-0471-4D49-B1C8-D022328131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2758172"/>
                <a:ext cx="638174" cy="646331"/>
              </a:xfrm>
              <a:prstGeom prst="rect">
                <a:avLst/>
              </a:prstGeom>
              <a:blipFill>
                <a:blip r:embed="rId8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7423DAA0-CF4E-4EFE-89BB-F05AFC6AEA22}"/>
                  </a:ext>
                </a:extLst>
              </p:cNvPr>
              <p:cNvSpPr/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0.42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7423DAA0-CF4E-4EFE-89BB-F05AFC6AE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4" y="5259169"/>
                <a:ext cx="638174" cy="646331"/>
              </a:xfrm>
              <a:prstGeom prst="rect">
                <a:avLst/>
              </a:prstGeom>
              <a:blipFill>
                <a:blip r:embed="rId9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466344AD-F0EC-4574-BF7E-D82E4C03C101}"/>
                  </a:ext>
                </a:extLst>
              </p:cNvPr>
              <p:cNvSpPr/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466344AD-F0EC-4574-BF7E-D82E4C03C1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66684"/>
                <a:ext cx="638174" cy="646331"/>
              </a:xfrm>
              <a:prstGeom prst="rect">
                <a:avLst/>
              </a:prstGeom>
              <a:blipFill>
                <a:blip r:embed="rId10"/>
                <a:stretch>
                  <a:fillRect l="-5769" r="-384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14B81E4-CB4A-4799-A30C-C917A0F20AA7}"/>
                  </a:ext>
                </a:extLst>
              </p:cNvPr>
              <p:cNvSpPr/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altLang="zh-TW" dirty="0">
                    <a:solidFill>
                      <a:srgbClr val="9147FF"/>
                    </a:solidFill>
                  </a:rPr>
                  <a:t>0.67</a:t>
                </a:r>
                <a:endParaRPr lang="zh-TW" altLang="en-US" dirty="0">
                  <a:solidFill>
                    <a:srgbClr val="9147FF"/>
                  </a:solidFill>
                </a:endParaRP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B14B81E4-CB4A-4799-A30C-C917A0F20A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26" y="5259169"/>
                <a:ext cx="638174" cy="646331"/>
              </a:xfrm>
              <a:prstGeom prst="rect">
                <a:avLst/>
              </a:prstGeom>
              <a:blipFill>
                <a:blip r:embed="rId11"/>
                <a:stretch>
                  <a:fillRect l="-4762" r="-3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62974D76-CC9B-4CCB-8389-26A6004DD639}"/>
                  </a:ext>
                </a:extLst>
              </p:cNvPr>
              <p:cNvSpPr/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0.50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62974D76-CC9B-4CCB-8389-26A6004DD6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7" y="1375008"/>
                <a:ext cx="588623" cy="646331"/>
              </a:xfrm>
              <a:prstGeom prst="rect">
                <a:avLst/>
              </a:prstGeom>
              <a:blipFill>
                <a:blip r:embed="rId1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77828FAC-3075-484A-8AEC-9B87224C345C}"/>
                  </a:ext>
                </a:extLst>
              </p:cNvPr>
              <p:cNvSpPr/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77828FAC-3075-484A-8AEC-9B87224C34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307" y="1384026"/>
                <a:ext cx="588623" cy="646331"/>
              </a:xfrm>
              <a:prstGeom prst="rect">
                <a:avLst/>
              </a:prstGeom>
              <a:blipFill>
                <a:blip r:embed="rId13"/>
                <a:stretch>
                  <a:fillRect l="-8247" r="-9278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6A327014-623B-4837-B371-98ED07EFC96C}"/>
                  </a:ext>
                </a:extLst>
              </p:cNvPr>
              <p:cNvSpPr/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0.46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6A327014-623B-4837-B371-98ED07EFC9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6" y="4185569"/>
                <a:ext cx="588623" cy="646331"/>
              </a:xfrm>
              <a:prstGeom prst="rect">
                <a:avLst/>
              </a:prstGeom>
              <a:blipFill>
                <a:blip r:embed="rId14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7F7E5796-6B4A-4C85-A425-4DDD4CCEF770}"/>
                  </a:ext>
                </a:extLst>
              </p:cNvPr>
              <p:cNvSpPr/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0.61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7F7E5796-6B4A-4C85-A425-4DDD4CCEF7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885" y="4185568"/>
                <a:ext cx="588623" cy="646331"/>
              </a:xfrm>
              <a:prstGeom prst="rect">
                <a:avLst/>
              </a:prstGeom>
              <a:blipFill>
                <a:blip r:embed="rId15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34E1F4DD-B957-4711-A9ED-D31BA6294054}"/>
                  </a:ext>
                </a:extLst>
              </p:cNvPr>
              <p:cNvSpPr/>
              <p:nvPr/>
            </p:nvSpPr>
            <p:spPr>
              <a:xfrm>
                <a:off x="3670440" y="1928134"/>
                <a:ext cx="64633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84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34E1F4DD-B957-4711-A9ED-D31BA62940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440" y="1928134"/>
                <a:ext cx="646331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5683C672-A316-4A2F-9298-2EFF39E8AE58}"/>
                  </a:ext>
                </a:extLst>
              </p:cNvPr>
              <p:cNvSpPr/>
              <p:nvPr/>
            </p:nvSpPr>
            <p:spPr>
              <a:xfrm>
                <a:off x="3867621" y="3438197"/>
                <a:ext cx="60074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0.54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5683C672-A316-4A2F-9298-2EFF39E8AE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621" y="3438197"/>
                <a:ext cx="600742" cy="646331"/>
              </a:xfrm>
              <a:prstGeom prst="rect">
                <a:avLst/>
              </a:prstGeom>
              <a:blipFill>
                <a:blip r:embed="rId17"/>
                <a:stretch>
                  <a:fillRect l="-8081" r="-7071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C4521B80-ABF5-465F-9D90-92F1125A52AB}"/>
                  </a:ext>
                </a:extLst>
              </p:cNvPr>
              <p:cNvSpPr/>
              <p:nvPr/>
            </p:nvSpPr>
            <p:spPr>
              <a:xfrm>
                <a:off x="3947157" y="1436389"/>
                <a:ext cx="61420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solidFill>
                      <a:srgbClr val="FF0000"/>
                    </a:solidFill>
                    <a:highlight>
                      <a:srgbClr val="DBDBDB"/>
                    </a:highlight>
                  </a:rPr>
                  <a:t>0.67</a:t>
                </a:r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C4521B80-ABF5-465F-9D90-92F1125A52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157" y="1436389"/>
                <a:ext cx="614207" cy="646331"/>
              </a:xfrm>
              <a:prstGeom prst="rect">
                <a:avLst/>
              </a:prstGeom>
              <a:blipFill>
                <a:blip r:embed="rId18"/>
                <a:stretch>
                  <a:fillRect l="-7921" r="-495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EBA8E4DD-CC39-4C0C-8981-C4D169A121D8}"/>
                  </a:ext>
                </a:extLst>
              </p:cNvPr>
              <p:cNvSpPr/>
              <p:nvPr/>
            </p:nvSpPr>
            <p:spPr>
              <a:xfrm>
                <a:off x="3877766" y="4014118"/>
                <a:ext cx="6463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TW" b="0" i="0" dirty="0" smtClean="0">
                          <a:solidFill>
                            <a:srgbClr val="FF0000"/>
                          </a:solidFill>
                          <a:highlight>
                            <a:srgbClr val="DBDBDB"/>
                          </a:highlight>
                        </a:rPr>
                        <m:t>52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EBA8E4DD-CC39-4C0C-8981-C4D169A121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766" y="4014118"/>
                <a:ext cx="646331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B84B59D4-70EF-4025-88BF-413F99C44B97}"/>
                  </a:ext>
                </a:extLst>
              </p:cNvPr>
              <p:cNvSpPr/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1.42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B84B59D4-70EF-4025-88BF-413F99C44B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1916818"/>
                <a:ext cx="588623" cy="646331"/>
              </a:xfrm>
              <a:prstGeom prst="rect">
                <a:avLst/>
              </a:prstGeom>
              <a:blipFill>
                <a:blip r:embed="rId20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64AE1B58-E8A7-411C-B82D-61BA354E17C4}"/>
                  </a:ext>
                </a:extLst>
              </p:cNvPr>
              <p:cNvSpPr/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0.80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64AE1B58-E8A7-411C-B82D-61BA354E17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1925836"/>
                <a:ext cx="588623" cy="646331"/>
              </a:xfrm>
              <a:prstGeom prst="rect">
                <a:avLst/>
              </a:prstGeom>
              <a:blipFill>
                <a:blip r:embed="rId21"/>
                <a:stretch>
                  <a:fillRect l="-8247" t="-2830" r="-1855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66BD69C8-DB96-4F6E-929D-71E50EBD0D8C}"/>
                  </a:ext>
                </a:extLst>
              </p:cNvPr>
              <p:cNvSpPr/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1.51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66BD69C8-DB96-4F6E-929D-71E50EBD0D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53" y="3613192"/>
                <a:ext cx="588623" cy="646331"/>
              </a:xfrm>
              <a:prstGeom prst="rect">
                <a:avLst/>
              </a:prstGeom>
              <a:blipFill>
                <a:blip r:embed="rId22"/>
                <a:stretch>
                  <a:fillRect l="-9375" r="-9375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D537DA58-C035-4E50-9D3E-343F99BBDCCC}"/>
                  </a:ext>
                </a:extLst>
              </p:cNvPr>
              <p:cNvSpPr/>
              <p:nvPr/>
            </p:nvSpPr>
            <p:spPr>
              <a:xfrm>
                <a:off x="5627643" y="3622210"/>
                <a:ext cx="5886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prstClr val="black"/>
                  </a:solidFill>
                </a:endParaRPr>
              </a:p>
              <a:p>
                <a:r>
                  <a:rPr lang="en-US" altLang="zh-TW" dirty="0">
                    <a:highlight>
                      <a:srgbClr val="DBDBDB"/>
                    </a:highlight>
                  </a:rPr>
                  <a:t>0.82</a:t>
                </a:r>
                <a:endParaRPr lang="zh-TW" altLang="en-US" dirty="0">
                  <a:highlight>
                    <a:srgbClr val="DBDBDB"/>
                  </a:highlight>
                </a:endParaRPr>
              </a:p>
            </p:txBody>
          </p:sp>
        </mc:Choice>
        <mc:Fallback xmlns="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D537DA58-C035-4E50-9D3E-343F99BBDC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643" y="3622210"/>
                <a:ext cx="588623" cy="646331"/>
              </a:xfrm>
              <a:prstGeom prst="rect">
                <a:avLst/>
              </a:prstGeom>
              <a:blipFill>
                <a:blip r:embed="rId23"/>
                <a:stretch>
                  <a:fillRect l="-8247" t="-2830" r="-17526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B9E89459-F4E8-42AB-B717-BFDEA72D9603}"/>
                  </a:ext>
                </a:extLst>
              </p:cNvPr>
              <p:cNvSpPr/>
              <p:nvPr/>
            </p:nvSpPr>
            <p:spPr>
              <a:xfrm>
                <a:off x="4490225" y="1604006"/>
                <a:ext cx="723275" cy="6512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14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1400" dirty="0"/>
                  <a:t> </a:t>
                </a:r>
              </a:p>
              <a:p>
                <a:r>
                  <a:rPr lang="en-US" altLang="zh-TW" sz="1400" dirty="0">
                    <a:highlight>
                      <a:srgbClr val="FFFF00"/>
                    </a:highlight>
                  </a:rPr>
                  <a:t>0.0732</a:t>
                </a:r>
                <a:r>
                  <a:rPr lang="zh-TW" altLang="en-US" sz="1400" dirty="0"/>
                  <a:t> </a:t>
                </a:r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B9E89459-F4E8-42AB-B717-BFDEA72D96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0225" y="1604006"/>
                <a:ext cx="723275" cy="651269"/>
              </a:xfrm>
              <a:prstGeom prst="rect">
                <a:avLst/>
              </a:prstGeom>
              <a:blipFill>
                <a:blip r:embed="rId24"/>
                <a:stretch>
                  <a:fillRect l="-2542" b="-93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2B72DCFA-4F7A-48A9-AB59-7845A33AC302}"/>
                  </a:ext>
                </a:extLst>
              </p:cNvPr>
              <p:cNvSpPr/>
              <p:nvPr/>
            </p:nvSpPr>
            <p:spPr>
              <a:xfrm>
                <a:off x="4057307" y="2354954"/>
                <a:ext cx="827470" cy="6512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1400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1400" dirty="0"/>
                  <a:t> </a:t>
                </a:r>
              </a:p>
              <a:p>
                <a:pPr algn="ctr"/>
                <a:r>
                  <a:rPr lang="en-US" altLang="zh-TW" sz="1400" dirty="0"/>
                  <a:t> </a:t>
                </a:r>
                <a:r>
                  <a:rPr lang="en-US" altLang="zh-TW" sz="1400" dirty="0">
                    <a:highlight>
                      <a:srgbClr val="FFFF00"/>
                    </a:highlight>
                  </a:rPr>
                  <a:t>-0.0164</a:t>
                </a:r>
                <a:r>
                  <a:rPr lang="zh-TW" altLang="en-US" sz="1400" dirty="0"/>
                  <a:t> </a:t>
                </a:r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2B72DCFA-4F7A-48A9-AB59-7845A33AC3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307" y="2354954"/>
                <a:ext cx="827470" cy="651204"/>
              </a:xfrm>
              <a:prstGeom prst="rect">
                <a:avLst/>
              </a:prstGeom>
              <a:blipFill>
                <a:blip r:embed="rId25"/>
                <a:stretch>
                  <a:fillRect b="-93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D6B24D85-C384-422A-BD19-ED8E98B2E19A}"/>
                  </a:ext>
                </a:extLst>
              </p:cNvPr>
              <p:cNvSpPr/>
              <p:nvPr/>
            </p:nvSpPr>
            <p:spPr>
              <a:xfrm>
                <a:off x="4296381" y="3099552"/>
                <a:ext cx="723275" cy="6503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1400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1400" dirty="0"/>
                  <a:t> </a:t>
                </a:r>
              </a:p>
              <a:p>
                <a:r>
                  <a:rPr lang="en-US" altLang="zh-TW" sz="1400" dirty="0">
                    <a:highlight>
                      <a:srgbClr val="FFFF00"/>
                    </a:highlight>
                  </a:rPr>
                  <a:t>0.0720</a:t>
                </a:r>
                <a:r>
                  <a:rPr lang="zh-TW" altLang="en-US" sz="1400" dirty="0"/>
                  <a:t> </a:t>
                </a:r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D6B24D85-C384-422A-BD19-ED8E98B2E1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381" y="3099552"/>
                <a:ext cx="723275" cy="650371"/>
              </a:xfrm>
              <a:prstGeom prst="rect">
                <a:avLst/>
              </a:prstGeom>
              <a:blipFill>
                <a:blip r:embed="rId26"/>
                <a:stretch>
                  <a:fillRect l="-2542" b="-93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4677795F-A838-45FB-ACAD-FB5A2612084C}"/>
                  </a:ext>
                </a:extLst>
              </p:cNvPr>
              <p:cNvSpPr/>
              <p:nvPr/>
            </p:nvSpPr>
            <p:spPr>
              <a:xfrm>
                <a:off x="4425798" y="3785232"/>
                <a:ext cx="782586" cy="651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1400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1400" dirty="0"/>
                  <a:t> </a:t>
                </a:r>
              </a:p>
              <a:p>
                <a:pPr algn="ctr"/>
                <a:r>
                  <a:rPr lang="en-US" altLang="zh-TW" sz="1400" dirty="0">
                    <a:highlight>
                      <a:srgbClr val="FFFF00"/>
                    </a:highlight>
                  </a:rPr>
                  <a:t>-0.0162</a:t>
                </a:r>
                <a:r>
                  <a:rPr lang="zh-TW" altLang="en-US" sz="1400" dirty="0"/>
                  <a:t> </a:t>
                </a:r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4677795F-A838-45FB-ACAD-FB5A261208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798" y="3785232"/>
                <a:ext cx="782586" cy="651460"/>
              </a:xfrm>
              <a:prstGeom prst="rect">
                <a:avLst/>
              </a:prstGeom>
              <a:blipFill>
                <a:blip r:embed="rId27"/>
                <a:stretch>
                  <a:fillRect l="-2344" b="-84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DEC8F1C5-4261-4143-A394-FD34BBCA9232}"/>
                  </a:ext>
                </a:extLst>
              </p:cNvPr>
              <p:cNvSpPr/>
              <p:nvPr/>
            </p:nvSpPr>
            <p:spPr>
              <a:xfrm>
                <a:off x="2067048" y="1595436"/>
                <a:ext cx="763351" cy="6500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14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1400" dirty="0"/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TW" sz="1400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0.0328</m:t>
                    </m:r>
                  </m:oMath>
                </a14:m>
                <a:r>
                  <a:rPr lang="zh-TW" altLang="en-US" sz="1400" dirty="0"/>
                  <a:t> </a:t>
                </a:r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DEC8F1C5-4261-4143-A394-FD34BBCA92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048" y="1595436"/>
                <a:ext cx="763351" cy="65005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9F0A45D5-8447-4160-9F54-7DEA6315573A}"/>
                  </a:ext>
                </a:extLst>
              </p:cNvPr>
              <p:cNvSpPr/>
              <p:nvPr/>
            </p:nvSpPr>
            <p:spPr>
              <a:xfrm>
                <a:off x="1603325" y="2385302"/>
                <a:ext cx="763349" cy="6500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1400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14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 dirty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0.0037</m:t>
                      </m:r>
                    </m:oMath>
                  </m:oMathPara>
                </a14:m>
                <a:endParaRPr lang="en-US" altLang="zh-TW" sz="14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9F0A45D5-8447-4160-9F54-7DEA631557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325" y="2385302"/>
                <a:ext cx="763349" cy="65005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B1D6978-F27E-4C43-92CE-F100B76025D4}"/>
                  </a:ext>
                </a:extLst>
              </p:cNvPr>
              <p:cNvSpPr/>
              <p:nvPr/>
            </p:nvSpPr>
            <p:spPr>
              <a:xfrm>
                <a:off x="1676880" y="3032171"/>
                <a:ext cx="763351" cy="8664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1400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1400" dirty="0"/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 dirty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0.0026</m:t>
                      </m:r>
                    </m:oMath>
                  </m:oMathPara>
                </a14:m>
                <a:endParaRPr lang="en-US" altLang="zh-TW" sz="1400" dirty="0">
                  <a:highlight>
                    <a:srgbClr val="FFFF00"/>
                  </a:highlight>
                </a:endParaRPr>
              </a:p>
              <a:p>
                <a:pPr algn="ctr"/>
                <a:r>
                  <a:rPr lang="zh-TW" altLang="en-US" sz="1400" dirty="0"/>
                  <a:t> </a:t>
                </a:r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B1D6978-F27E-4C43-92CE-F100B76025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880" y="3032171"/>
                <a:ext cx="763351" cy="866456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9FE4187C-8F21-42F2-A84C-3FC516D0958A}"/>
                  </a:ext>
                </a:extLst>
              </p:cNvPr>
              <p:cNvSpPr/>
              <p:nvPr/>
            </p:nvSpPr>
            <p:spPr>
              <a:xfrm>
                <a:off x="2060254" y="3837297"/>
                <a:ext cx="763351" cy="6500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1400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1400" dirty="0"/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TW" sz="1400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0.0002</m:t>
                    </m:r>
                  </m:oMath>
                </a14:m>
                <a:r>
                  <a:rPr lang="zh-TW" altLang="en-US" sz="1400" dirty="0"/>
                  <a:t> </a:t>
                </a: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9FE4187C-8F21-42F2-A84C-3FC516D095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254" y="3837297"/>
                <a:ext cx="763351" cy="65005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矩形 62">
            <a:extLst>
              <a:ext uri="{FF2B5EF4-FFF2-40B4-BE49-F238E27FC236}">
                <a16:creationId xmlns:a16="http://schemas.microsoft.com/office/drawing/2014/main" id="{095F1A2A-54B2-4618-8B64-F0B2D183595B}"/>
              </a:ext>
            </a:extLst>
          </p:cNvPr>
          <p:cNvSpPr/>
          <p:nvPr/>
        </p:nvSpPr>
        <p:spPr>
          <a:xfrm>
            <a:off x="7776064" y="3219342"/>
            <a:ext cx="737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highlight>
                  <a:srgbClr val="FFFF00"/>
                </a:highlight>
              </a:rPr>
              <a:t>-0.0164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1650FD3-1F57-48E1-A55C-E60D8E58BA11}"/>
              </a:ext>
            </a:extLst>
          </p:cNvPr>
          <p:cNvSpPr/>
          <p:nvPr/>
        </p:nvSpPr>
        <p:spPr>
          <a:xfrm>
            <a:off x="7776064" y="4116370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highlight>
                  <a:srgbClr val="FFFF00"/>
                </a:highlight>
              </a:rPr>
              <a:t>0.0720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62B9DAF-F38A-4847-9E21-9DE55B9C52F1}"/>
              </a:ext>
            </a:extLst>
          </p:cNvPr>
          <p:cNvSpPr/>
          <p:nvPr/>
        </p:nvSpPr>
        <p:spPr>
          <a:xfrm>
            <a:off x="8064765" y="4779457"/>
            <a:ext cx="737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highlight>
                  <a:srgbClr val="FFFF00"/>
                </a:highlight>
              </a:rPr>
              <a:t>-0.0162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658B31F3-E6B6-4FF2-9268-049CE4D9BA0B}"/>
                  </a:ext>
                </a:extLst>
              </p:cNvPr>
              <p:cNvSpPr/>
              <p:nvPr/>
            </p:nvSpPr>
            <p:spPr>
              <a:xfrm>
                <a:off x="9372507" y="3147848"/>
                <a:ext cx="122775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0.0002</m:t>
                      </m:r>
                    </m:oMath>
                  </m:oMathPara>
                </a14:m>
                <a:endParaRPr lang="zh-TW" alt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658B31F3-E6B6-4FF2-9268-049CE4D9B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507" y="3147848"/>
                <a:ext cx="1227759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897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哈哈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4002</TotalTime>
  <Words>3474</Words>
  <Application>Microsoft Office PowerPoint</Application>
  <PresentationFormat>Widescreen</PresentationFormat>
  <Paragraphs>1204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標楷體</vt:lpstr>
      <vt:lpstr>Arial</vt:lpstr>
      <vt:lpstr>Calibri</vt:lpstr>
      <vt:lpstr>Cambria Math</vt:lpstr>
      <vt:lpstr>Times New Roman</vt:lpstr>
      <vt:lpstr>Wingdings</vt:lpstr>
      <vt:lpstr>Office 佈景主題</vt:lpstr>
      <vt:lpstr>Backpropagation 倒傳遞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行動機器手臂系統</dc:title>
  <dc:creator>USER</dc:creator>
  <cp:lastModifiedBy>林先彥</cp:lastModifiedBy>
  <cp:revision>263</cp:revision>
  <dcterms:created xsi:type="dcterms:W3CDTF">2021-12-25T16:54:54Z</dcterms:created>
  <dcterms:modified xsi:type="dcterms:W3CDTF">2025-02-26T15:06:33Z</dcterms:modified>
</cp:coreProperties>
</file>