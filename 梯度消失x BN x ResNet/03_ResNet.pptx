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0" r:id="rId4"/>
    <p:sldId id="263" r:id="rId5"/>
    <p:sldId id="292" r:id="rId6"/>
    <p:sldId id="291" r:id="rId7"/>
    <p:sldId id="278" r:id="rId8"/>
    <p:sldId id="294" r:id="rId9"/>
    <p:sldId id="279" r:id="rId10"/>
    <p:sldId id="280" r:id="rId11"/>
    <p:sldId id="281" r:id="rId12"/>
    <p:sldId id="259" r:id="rId13"/>
    <p:sldId id="282" r:id="rId14"/>
    <p:sldId id="283" r:id="rId15"/>
    <p:sldId id="287" r:id="rId16"/>
    <p:sldId id="285" r:id="rId17"/>
    <p:sldId id="286" r:id="rId18"/>
    <p:sldId id="284" r:id="rId19"/>
    <p:sldId id="288" r:id="rId20"/>
    <p:sldId id="289" r:id="rId21"/>
    <p:sldId id="276" r:id="rId22"/>
    <p:sldId id="295" r:id="rId23"/>
    <p:sldId id="277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E1E1E"/>
    <a:srgbClr val="0000FF"/>
    <a:srgbClr val="FFB9B9"/>
    <a:srgbClr val="8FAADC"/>
    <a:srgbClr val="D5FFD5"/>
    <a:srgbClr val="B9B9FF"/>
    <a:srgbClr val="8B8B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9" autoAdjust="0"/>
    <p:restoredTop sz="94660"/>
  </p:normalViewPr>
  <p:slideViewPr>
    <p:cSldViewPr snapToGrid="0">
      <p:cViewPr>
        <p:scale>
          <a:sx n="93" d="100"/>
          <a:sy n="93" d="100"/>
        </p:scale>
        <p:origin x="16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352D94-8138-4B88-9EB5-AA5169D6A38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A5AB654A-85B1-4492-8D17-FED1AE148F9B}">
      <dgm:prSet phldrT="[文字]"/>
      <dgm:spPr/>
      <dgm:t>
        <a:bodyPr/>
        <a:lstStyle/>
        <a:p>
          <a:r>
            <a:rPr lang="en-US" altLang="zh-TW" dirty="0"/>
            <a:t>Feature</a:t>
          </a:r>
        </a:p>
        <a:p>
          <a:r>
            <a:rPr lang="en-US" altLang="zh-TW" dirty="0"/>
            <a:t>Normalize</a:t>
          </a:r>
          <a:endParaRPr lang="zh-TW" altLang="en-US" dirty="0"/>
        </a:p>
      </dgm:t>
    </dgm:pt>
    <dgm:pt modelId="{EE61925F-97F1-4BA5-B0B7-282EC9FE4453}" type="parTrans" cxnId="{421A30B4-0111-4C7A-AD21-B9FA700BC8AA}">
      <dgm:prSet/>
      <dgm:spPr/>
      <dgm:t>
        <a:bodyPr/>
        <a:lstStyle/>
        <a:p>
          <a:endParaRPr lang="zh-TW" altLang="en-US"/>
        </a:p>
      </dgm:t>
    </dgm:pt>
    <dgm:pt modelId="{07EBB5C5-C34B-4A0D-87D8-61628EE6A13B}" type="sibTrans" cxnId="{421A30B4-0111-4C7A-AD21-B9FA700BC8AA}">
      <dgm:prSet/>
      <dgm:spPr/>
      <dgm:t>
        <a:bodyPr/>
        <a:lstStyle/>
        <a:p>
          <a:endParaRPr lang="zh-TW" altLang="en-US"/>
        </a:p>
      </dgm:t>
    </dgm:pt>
    <dgm:pt modelId="{3E74405A-1DD0-44E4-BA2D-C792CD2978BC}">
      <dgm:prSet phldrT="[文字]"/>
      <dgm:spPr/>
      <dgm:t>
        <a:bodyPr/>
        <a:lstStyle/>
        <a:p>
          <a:pPr>
            <a:buNone/>
          </a:pPr>
          <a:r>
            <a:rPr lang="en-US" b="0" i="0" dirty="0"/>
            <a:t>Internal Covariate Shift</a:t>
          </a:r>
          <a:endParaRPr lang="zh-TW" altLang="en-US" dirty="0"/>
        </a:p>
      </dgm:t>
    </dgm:pt>
    <dgm:pt modelId="{151DCBE8-6EE9-44C4-8DA9-703CC636D9B8}" type="parTrans" cxnId="{CAB683A2-5978-48EF-AE6C-E9BD5386C5B7}">
      <dgm:prSet/>
      <dgm:spPr/>
      <dgm:t>
        <a:bodyPr/>
        <a:lstStyle/>
        <a:p>
          <a:endParaRPr lang="zh-TW" altLang="en-US"/>
        </a:p>
      </dgm:t>
    </dgm:pt>
    <dgm:pt modelId="{0AE63006-6E5E-436D-8B39-92C859E197E0}" type="sibTrans" cxnId="{CAB683A2-5978-48EF-AE6C-E9BD5386C5B7}">
      <dgm:prSet/>
      <dgm:spPr/>
      <dgm:t>
        <a:bodyPr/>
        <a:lstStyle/>
        <a:p>
          <a:endParaRPr lang="zh-TW" altLang="en-US"/>
        </a:p>
      </dgm:t>
    </dgm:pt>
    <dgm:pt modelId="{4E254483-EFA2-46ED-9656-0244B9EF801E}">
      <dgm:prSet phldrT="[文字]"/>
      <dgm:spPr/>
      <dgm:t>
        <a:bodyPr/>
        <a:lstStyle/>
        <a:p>
          <a:r>
            <a:rPr lang="en-US" altLang="zh-TW" dirty="0" err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BatchNormalization</a:t>
          </a:r>
          <a:endParaRPr lang="zh-TW" altLang="en-US" dirty="0"/>
        </a:p>
      </dgm:t>
    </dgm:pt>
    <dgm:pt modelId="{4381AC9C-522C-4B2D-83A6-272A1CC3A2AB}" type="parTrans" cxnId="{D27C852C-578D-4D59-8350-C2A6896D9A68}">
      <dgm:prSet/>
      <dgm:spPr/>
      <dgm:t>
        <a:bodyPr/>
        <a:lstStyle/>
        <a:p>
          <a:endParaRPr lang="zh-TW" altLang="en-US"/>
        </a:p>
      </dgm:t>
    </dgm:pt>
    <dgm:pt modelId="{95E104F2-5986-4DCA-B307-B3F6853D2535}" type="sibTrans" cxnId="{D27C852C-578D-4D59-8350-C2A6896D9A68}">
      <dgm:prSet/>
      <dgm:spPr/>
      <dgm:t>
        <a:bodyPr/>
        <a:lstStyle/>
        <a:p>
          <a:endParaRPr lang="zh-TW" altLang="en-US"/>
        </a:p>
      </dgm:t>
    </dgm:pt>
    <dgm:pt modelId="{5B064835-19A4-49B4-B187-5D3842B40560}" type="pres">
      <dgm:prSet presAssocID="{B1352D94-8138-4B88-9EB5-AA5169D6A383}" presName="Name0" presStyleCnt="0">
        <dgm:presLayoutVars>
          <dgm:dir/>
          <dgm:resizeHandles val="exact"/>
        </dgm:presLayoutVars>
      </dgm:prSet>
      <dgm:spPr/>
    </dgm:pt>
    <dgm:pt modelId="{BDE6D157-9872-4668-9A90-42C152B1870B}" type="pres">
      <dgm:prSet presAssocID="{A5AB654A-85B1-4492-8D17-FED1AE148F9B}" presName="node" presStyleLbl="node1" presStyleIdx="0" presStyleCnt="3">
        <dgm:presLayoutVars>
          <dgm:bulletEnabled val="1"/>
        </dgm:presLayoutVars>
      </dgm:prSet>
      <dgm:spPr/>
    </dgm:pt>
    <dgm:pt modelId="{2280954C-CC31-4BB9-B8CF-ACF18C26F97B}" type="pres">
      <dgm:prSet presAssocID="{07EBB5C5-C34B-4A0D-87D8-61628EE6A13B}" presName="sibTrans" presStyleLbl="sibTrans2D1" presStyleIdx="0" presStyleCnt="2"/>
      <dgm:spPr/>
    </dgm:pt>
    <dgm:pt modelId="{1904424E-FD59-4051-9DBB-29ADC60B52E3}" type="pres">
      <dgm:prSet presAssocID="{07EBB5C5-C34B-4A0D-87D8-61628EE6A13B}" presName="connectorText" presStyleLbl="sibTrans2D1" presStyleIdx="0" presStyleCnt="2"/>
      <dgm:spPr/>
    </dgm:pt>
    <dgm:pt modelId="{E7A81616-3949-435D-A46C-5444608C23A8}" type="pres">
      <dgm:prSet presAssocID="{3E74405A-1DD0-44E4-BA2D-C792CD2978BC}" presName="node" presStyleLbl="node1" presStyleIdx="1" presStyleCnt="3">
        <dgm:presLayoutVars>
          <dgm:bulletEnabled val="1"/>
        </dgm:presLayoutVars>
      </dgm:prSet>
      <dgm:spPr/>
    </dgm:pt>
    <dgm:pt modelId="{03489B10-0376-43BD-9A39-A425230FCBDB}" type="pres">
      <dgm:prSet presAssocID="{0AE63006-6E5E-436D-8B39-92C859E197E0}" presName="sibTrans" presStyleLbl="sibTrans2D1" presStyleIdx="1" presStyleCnt="2"/>
      <dgm:spPr/>
    </dgm:pt>
    <dgm:pt modelId="{B3DA88D9-F8DD-4F16-A9EC-6492EB511CFB}" type="pres">
      <dgm:prSet presAssocID="{0AE63006-6E5E-436D-8B39-92C859E197E0}" presName="connectorText" presStyleLbl="sibTrans2D1" presStyleIdx="1" presStyleCnt="2"/>
      <dgm:spPr/>
    </dgm:pt>
    <dgm:pt modelId="{5D33FA9F-6219-4778-B188-EAB08CF57D18}" type="pres">
      <dgm:prSet presAssocID="{4E254483-EFA2-46ED-9656-0244B9EF801E}" presName="node" presStyleLbl="node1" presStyleIdx="2" presStyleCnt="3">
        <dgm:presLayoutVars>
          <dgm:bulletEnabled val="1"/>
        </dgm:presLayoutVars>
      </dgm:prSet>
      <dgm:spPr/>
    </dgm:pt>
  </dgm:ptLst>
  <dgm:cxnLst>
    <dgm:cxn modelId="{42DFE915-9BE1-4C85-8DBD-0DB2B920AAF0}" type="presOf" srcId="{3E74405A-1DD0-44E4-BA2D-C792CD2978BC}" destId="{E7A81616-3949-435D-A46C-5444608C23A8}" srcOrd="0" destOrd="0" presId="urn:microsoft.com/office/officeart/2005/8/layout/process1"/>
    <dgm:cxn modelId="{1A06DA18-B72D-4C41-9C75-081C142FFB06}" type="presOf" srcId="{4E254483-EFA2-46ED-9656-0244B9EF801E}" destId="{5D33FA9F-6219-4778-B188-EAB08CF57D18}" srcOrd="0" destOrd="0" presId="urn:microsoft.com/office/officeart/2005/8/layout/process1"/>
    <dgm:cxn modelId="{D27C852C-578D-4D59-8350-C2A6896D9A68}" srcId="{B1352D94-8138-4B88-9EB5-AA5169D6A383}" destId="{4E254483-EFA2-46ED-9656-0244B9EF801E}" srcOrd="2" destOrd="0" parTransId="{4381AC9C-522C-4B2D-83A6-272A1CC3A2AB}" sibTransId="{95E104F2-5986-4DCA-B307-B3F6853D2535}"/>
    <dgm:cxn modelId="{4E73A669-729C-4F65-ABA2-57A9CB8B90FE}" type="presOf" srcId="{0AE63006-6E5E-436D-8B39-92C859E197E0}" destId="{03489B10-0376-43BD-9A39-A425230FCBDB}" srcOrd="0" destOrd="0" presId="urn:microsoft.com/office/officeart/2005/8/layout/process1"/>
    <dgm:cxn modelId="{B559E074-B53D-4AC0-A2C3-E12C4375AFBA}" type="presOf" srcId="{07EBB5C5-C34B-4A0D-87D8-61628EE6A13B}" destId="{1904424E-FD59-4051-9DBB-29ADC60B52E3}" srcOrd="1" destOrd="0" presId="urn:microsoft.com/office/officeart/2005/8/layout/process1"/>
    <dgm:cxn modelId="{3FA4BF76-B4F3-49AB-BBF2-3B0EB766A64A}" type="presOf" srcId="{B1352D94-8138-4B88-9EB5-AA5169D6A383}" destId="{5B064835-19A4-49B4-B187-5D3842B40560}" srcOrd="0" destOrd="0" presId="urn:microsoft.com/office/officeart/2005/8/layout/process1"/>
    <dgm:cxn modelId="{9CCAC488-87ED-4B38-AB8C-636E6CA07281}" type="presOf" srcId="{0AE63006-6E5E-436D-8B39-92C859E197E0}" destId="{B3DA88D9-F8DD-4F16-A9EC-6492EB511CFB}" srcOrd="1" destOrd="0" presId="urn:microsoft.com/office/officeart/2005/8/layout/process1"/>
    <dgm:cxn modelId="{CAB683A2-5978-48EF-AE6C-E9BD5386C5B7}" srcId="{B1352D94-8138-4B88-9EB5-AA5169D6A383}" destId="{3E74405A-1DD0-44E4-BA2D-C792CD2978BC}" srcOrd="1" destOrd="0" parTransId="{151DCBE8-6EE9-44C4-8DA9-703CC636D9B8}" sibTransId="{0AE63006-6E5E-436D-8B39-92C859E197E0}"/>
    <dgm:cxn modelId="{421A30B4-0111-4C7A-AD21-B9FA700BC8AA}" srcId="{B1352D94-8138-4B88-9EB5-AA5169D6A383}" destId="{A5AB654A-85B1-4492-8D17-FED1AE148F9B}" srcOrd="0" destOrd="0" parTransId="{EE61925F-97F1-4BA5-B0B7-282EC9FE4453}" sibTransId="{07EBB5C5-C34B-4A0D-87D8-61628EE6A13B}"/>
    <dgm:cxn modelId="{D0FFBEC5-1FC7-4403-8304-B18347CADEAA}" type="presOf" srcId="{A5AB654A-85B1-4492-8D17-FED1AE148F9B}" destId="{BDE6D157-9872-4668-9A90-42C152B1870B}" srcOrd="0" destOrd="0" presId="urn:microsoft.com/office/officeart/2005/8/layout/process1"/>
    <dgm:cxn modelId="{1E3499D4-C2BE-41EF-802C-133E29DB65C9}" type="presOf" srcId="{07EBB5C5-C34B-4A0D-87D8-61628EE6A13B}" destId="{2280954C-CC31-4BB9-B8CF-ACF18C26F97B}" srcOrd="0" destOrd="0" presId="urn:microsoft.com/office/officeart/2005/8/layout/process1"/>
    <dgm:cxn modelId="{3D4820AC-D4EB-462C-A92F-185DC6ECEA2E}" type="presParOf" srcId="{5B064835-19A4-49B4-B187-5D3842B40560}" destId="{BDE6D157-9872-4668-9A90-42C152B1870B}" srcOrd="0" destOrd="0" presId="urn:microsoft.com/office/officeart/2005/8/layout/process1"/>
    <dgm:cxn modelId="{4CD3C5E4-8E2C-429E-92DF-801BCB5974B0}" type="presParOf" srcId="{5B064835-19A4-49B4-B187-5D3842B40560}" destId="{2280954C-CC31-4BB9-B8CF-ACF18C26F97B}" srcOrd="1" destOrd="0" presId="urn:microsoft.com/office/officeart/2005/8/layout/process1"/>
    <dgm:cxn modelId="{39688D20-474B-48C6-A966-684000118B68}" type="presParOf" srcId="{2280954C-CC31-4BB9-B8CF-ACF18C26F97B}" destId="{1904424E-FD59-4051-9DBB-29ADC60B52E3}" srcOrd="0" destOrd="0" presId="urn:microsoft.com/office/officeart/2005/8/layout/process1"/>
    <dgm:cxn modelId="{FD375021-D8FC-48D6-94CB-D30978D42A35}" type="presParOf" srcId="{5B064835-19A4-49B4-B187-5D3842B40560}" destId="{E7A81616-3949-435D-A46C-5444608C23A8}" srcOrd="2" destOrd="0" presId="urn:microsoft.com/office/officeart/2005/8/layout/process1"/>
    <dgm:cxn modelId="{077D4AD5-6E0D-41E9-B939-6DDC5281F733}" type="presParOf" srcId="{5B064835-19A4-49B4-B187-5D3842B40560}" destId="{03489B10-0376-43BD-9A39-A425230FCBDB}" srcOrd="3" destOrd="0" presId="urn:microsoft.com/office/officeart/2005/8/layout/process1"/>
    <dgm:cxn modelId="{C53EA28C-C40A-437B-977A-9B8BC9A22393}" type="presParOf" srcId="{03489B10-0376-43BD-9A39-A425230FCBDB}" destId="{B3DA88D9-F8DD-4F16-A9EC-6492EB511CFB}" srcOrd="0" destOrd="0" presId="urn:microsoft.com/office/officeart/2005/8/layout/process1"/>
    <dgm:cxn modelId="{A45B13AB-C788-4E80-A83A-74803B6846B5}" type="presParOf" srcId="{5B064835-19A4-49B4-B187-5D3842B40560}" destId="{5D33FA9F-6219-4778-B188-EAB08CF57D1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352D94-8138-4B88-9EB5-AA5169D6A38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A5AB654A-85B1-4492-8D17-FED1AE148F9B}">
      <dgm:prSet phldrT="[文字]"/>
      <dgm:spPr/>
      <dgm:t>
        <a:bodyPr/>
        <a:lstStyle/>
        <a:p>
          <a:r>
            <a:rPr lang="en-US" altLang="zh-TW" dirty="0"/>
            <a:t>Feature</a:t>
          </a:r>
        </a:p>
        <a:p>
          <a:r>
            <a:rPr lang="en-US" altLang="zh-TW" dirty="0"/>
            <a:t>Normalize</a:t>
          </a:r>
          <a:endParaRPr lang="zh-TW" altLang="en-US" dirty="0"/>
        </a:p>
      </dgm:t>
    </dgm:pt>
    <dgm:pt modelId="{EE61925F-97F1-4BA5-B0B7-282EC9FE4453}" type="parTrans" cxnId="{421A30B4-0111-4C7A-AD21-B9FA700BC8AA}">
      <dgm:prSet/>
      <dgm:spPr/>
      <dgm:t>
        <a:bodyPr/>
        <a:lstStyle/>
        <a:p>
          <a:endParaRPr lang="zh-TW" altLang="en-US"/>
        </a:p>
      </dgm:t>
    </dgm:pt>
    <dgm:pt modelId="{07EBB5C5-C34B-4A0D-87D8-61628EE6A13B}" type="sibTrans" cxnId="{421A30B4-0111-4C7A-AD21-B9FA700BC8AA}">
      <dgm:prSet/>
      <dgm:spPr/>
      <dgm:t>
        <a:bodyPr/>
        <a:lstStyle/>
        <a:p>
          <a:endParaRPr lang="zh-TW" altLang="en-US"/>
        </a:p>
      </dgm:t>
    </dgm:pt>
    <dgm:pt modelId="{3E74405A-1DD0-44E4-BA2D-C792CD2978BC}">
      <dgm:prSet phldrT="[文字]"/>
      <dgm:spPr/>
      <dgm:t>
        <a:bodyPr/>
        <a:lstStyle/>
        <a:p>
          <a:pPr>
            <a:buNone/>
          </a:pPr>
          <a:r>
            <a:rPr lang="en-US" b="0" i="0" dirty="0"/>
            <a:t>Internal Covariate Shift</a:t>
          </a:r>
          <a:endParaRPr lang="zh-TW" altLang="en-US" dirty="0"/>
        </a:p>
      </dgm:t>
    </dgm:pt>
    <dgm:pt modelId="{151DCBE8-6EE9-44C4-8DA9-703CC636D9B8}" type="parTrans" cxnId="{CAB683A2-5978-48EF-AE6C-E9BD5386C5B7}">
      <dgm:prSet/>
      <dgm:spPr/>
      <dgm:t>
        <a:bodyPr/>
        <a:lstStyle/>
        <a:p>
          <a:endParaRPr lang="zh-TW" altLang="en-US"/>
        </a:p>
      </dgm:t>
    </dgm:pt>
    <dgm:pt modelId="{0AE63006-6E5E-436D-8B39-92C859E197E0}" type="sibTrans" cxnId="{CAB683A2-5978-48EF-AE6C-E9BD5386C5B7}">
      <dgm:prSet/>
      <dgm:spPr/>
      <dgm:t>
        <a:bodyPr/>
        <a:lstStyle/>
        <a:p>
          <a:endParaRPr lang="zh-TW" altLang="en-US"/>
        </a:p>
      </dgm:t>
    </dgm:pt>
    <dgm:pt modelId="{4E254483-EFA2-46ED-9656-0244B9EF801E}">
      <dgm:prSet phldrT="[文字]"/>
      <dgm:spPr/>
      <dgm:t>
        <a:bodyPr/>
        <a:lstStyle/>
        <a:p>
          <a:r>
            <a:rPr lang="en-US" altLang="zh-TW" dirty="0" err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BatchNormalization</a:t>
          </a:r>
          <a:endParaRPr lang="zh-TW" altLang="en-US" dirty="0"/>
        </a:p>
      </dgm:t>
    </dgm:pt>
    <dgm:pt modelId="{4381AC9C-522C-4B2D-83A6-272A1CC3A2AB}" type="parTrans" cxnId="{D27C852C-578D-4D59-8350-C2A6896D9A68}">
      <dgm:prSet/>
      <dgm:spPr/>
      <dgm:t>
        <a:bodyPr/>
        <a:lstStyle/>
        <a:p>
          <a:endParaRPr lang="zh-TW" altLang="en-US"/>
        </a:p>
      </dgm:t>
    </dgm:pt>
    <dgm:pt modelId="{95E104F2-5986-4DCA-B307-B3F6853D2535}" type="sibTrans" cxnId="{D27C852C-578D-4D59-8350-C2A6896D9A68}">
      <dgm:prSet/>
      <dgm:spPr/>
      <dgm:t>
        <a:bodyPr/>
        <a:lstStyle/>
        <a:p>
          <a:endParaRPr lang="zh-TW" altLang="en-US"/>
        </a:p>
      </dgm:t>
    </dgm:pt>
    <dgm:pt modelId="{5B064835-19A4-49B4-B187-5D3842B40560}" type="pres">
      <dgm:prSet presAssocID="{B1352D94-8138-4B88-9EB5-AA5169D6A383}" presName="Name0" presStyleCnt="0">
        <dgm:presLayoutVars>
          <dgm:dir/>
          <dgm:resizeHandles val="exact"/>
        </dgm:presLayoutVars>
      </dgm:prSet>
      <dgm:spPr/>
    </dgm:pt>
    <dgm:pt modelId="{BDE6D157-9872-4668-9A90-42C152B1870B}" type="pres">
      <dgm:prSet presAssocID="{A5AB654A-85B1-4492-8D17-FED1AE148F9B}" presName="node" presStyleLbl="node1" presStyleIdx="0" presStyleCnt="3">
        <dgm:presLayoutVars>
          <dgm:bulletEnabled val="1"/>
        </dgm:presLayoutVars>
      </dgm:prSet>
      <dgm:spPr/>
    </dgm:pt>
    <dgm:pt modelId="{2280954C-CC31-4BB9-B8CF-ACF18C26F97B}" type="pres">
      <dgm:prSet presAssocID="{07EBB5C5-C34B-4A0D-87D8-61628EE6A13B}" presName="sibTrans" presStyleLbl="sibTrans2D1" presStyleIdx="0" presStyleCnt="2"/>
      <dgm:spPr/>
    </dgm:pt>
    <dgm:pt modelId="{1904424E-FD59-4051-9DBB-29ADC60B52E3}" type="pres">
      <dgm:prSet presAssocID="{07EBB5C5-C34B-4A0D-87D8-61628EE6A13B}" presName="connectorText" presStyleLbl="sibTrans2D1" presStyleIdx="0" presStyleCnt="2"/>
      <dgm:spPr/>
    </dgm:pt>
    <dgm:pt modelId="{E7A81616-3949-435D-A46C-5444608C23A8}" type="pres">
      <dgm:prSet presAssocID="{3E74405A-1DD0-44E4-BA2D-C792CD2978BC}" presName="node" presStyleLbl="node1" presStyleIdx="1" presStyleCnt="3">
        <dgm:presLayoutVars>
          <dgm:bulletEnabled val="1"/>
        </dgm:presLayoutVars>
      </dgm:prSet>
      <dgm:spPr/>
    </dgm:pt>
    <dgm:pt modelId="{03489B10-0376-43BD-9A39-A425230FCBDB}" type="pres">
      <dgm:prSet presAssocID="{0AE63006-6E5E-436D-8B39-92C859E197E0}" presName="sibTrans" presStyleLbl="sibTrans2D1" presStyleIdx="1" presStyleCnt="2"/>
      <dgm:spPr/>
    </dgm:pt>
    <dgm:pt modelId="{B3DA88D9-F8DD-4F16-A9EC-6492EB511CFB}" type="pres">
      <dgm:prSet presAssocID="{0AE63006-6E5E-436D-8B39-92C859E197E0}" presName="connectorText" presStyleLbl="sibTrans2D1" presStyleIdx="1" presStyleCnt="2"/>
      <dgm:spPr/>
    </dgm:pt>
    <dgm:pt modelId="{5D33FA9F-6219-4778-B188-EAB08CF57D18}" type="pres">
      <dgm:prSet presAssocID="{4E254483-EFA2-46ED-9656-0244B9EF801E}" presName="node" presStyleLbl="node1" presStyleIdx="2" presStyleCnt="3">
        <dgm:presLayoutVars>
          <dgm:bulletEnabled val="1"/>
        </dgm:presLayoutVars>
      </dgm:prSet>
      <dgm:spPr/>
    </dgm:pt>
  </dgm:ptLst>
  <dgm:cxnLst>
    <dgm:cxn modelId="{42DFE915-9BE1-4C85-8DBD-0DB2B920AAF0}" type="presOf" srcId="{3E74405A-1DD0-44E4-BA2D-C792CD2978BC}" destId="{E7A81616-3949-435D-A46C-5444608C23A8}" srcOrd="0" destOrd="0" presId="urn:microsoft.com/office/officeart/2005/8/layout/process1"/>
    <dgm:cxn modelId="{1A06DA18-B72D-4C41-9C75-081C142FFB06}" type="presOf" srcId="{4E254483-EFA2-46ED-9656-0244B9EF801E}" destId="{5D33FA9F-6219-4778-B188-EAB08CF57D18}" srcOrd="0" destOrd="0" presId="urn:microsoft.com/office/officeart/2005/8/layout/process1"/>
    <dgm:cxn modelId="{D27C852C-578D-4D59-8350-C2A6896D9A68}" srcId="{B1352D94-8138-4B88-9EB5-AA5169D6A383}" destId="{4E254483-EFA2-46ED-9656-0244B9EF801E}" srcOrd="2" destOrd="0" parTransId="{4381AC9C-522C-4B2D-83A6-272A1CC3A2AB}" sibTransId="{95E104F2-5986-4DCA-B307-B3F6853D2535}"/>
    <dgm:cxn modelId="{4E73A669-729C-4F65-ABA2-57A9CB8B90FE}" type="presOf" srcId="{0AE63006-6E5E-436D-8B39-92C859E197E0}" destId="{03489B10-0376-43BD-9A39-A425230FCBDB}" srcOrd="0" destOrd="0" presId="urn:microsoft.com/office/officeart/2005/8/layout/process1"/>
    <dgm:cxn modelId="{B559E074-B53D-4AC0-A2C3-E12C4375AFBA}" type="presOf" srcId="{07EBB5C5-C34B-4A0D-87D8-61628EE6A13B}" destId="{1904424E-FD59-4051-9DBB-29ADC60B52E3}" srcOrd="1" destOrd="0" presId="urn:microsoft.com/office/officeart/2005/8/layout/process1"/>
    <dgm:cxn modelId="{3FA4BF76-B4F3-49AB-BBF2-3B0EB766A64A}" type="presOf" srcId="{B1352D94-8138-4B88-9EB5-AA5169D6A383}" destId="{5B064835-19A4-49B4-B187-5D3842B40560}" srcOrd="0" destOrd="0" presId="urn:microsoft.com/office/officeart/2005/8/layout/process1"/>
    <dgm:cxn modelId="{9CCAC488-87ED-4B38-AB8C-636E6CA07281}" type="presOf" srcId="{0AE63006-6E5E-436D-8B39-92C859E197E0}" destId="{B3DA88D9-F8DD-4F16-A9EC-6492EB511CFB}" srcOrd="1" destOrd="0" presId="urn:microsoft.com/office/officeart/2005/8/layout/process1"/>
    <dgm:cxn modelId="{CAB683A2-5978-48EF-AE6C-E9BD5386C5B7}" srcId="{B1352D94-8138-4B88-9EB5-AA5169D6A383}" destId="{3E74405A-1DD0-44E4-BA2D-C792CD2978BC}" srcOrd="1" destOrd="0" parTransId="{151DCBE8-6EE9-44C4-8DA9-703CC636D9B8}" sibTransId="{0AE63006-6E5E-436D-8B39-92C859E197E0}"/>
    <dgm:cxn modelId="{421A30B4-0111-4C7A-AD21-B9FA700BC8AA}" srcId="{B1352D94-8138-4B88-9EB5-AA5169D6A383}" destId="{A5AB654A-85B1-4492-8D17-FED1AE148F9B}" srcOrd="0" destOrd="0" parTransId="{EE61925F-97F1-4BA5-B0B7-282EC9FE4453}" sibTransId="{07EBB5C5-C34B-4A0D-87D8-61628EE6A13B}"/>
    <dgm:cxn modelId="{D0FFBEC5-1FC7-4403-8304-B18347CADEAA}" type="presOf" srcId="{A5AB654A-85B1-4492-8D17-FED1AE148F9B}" destId="{BDE6D157-9872-4668-9A90-42C152B1870B}" srcOrd="0" destOrd="0" presId="urn:microsoft.com/office/officeart/2005/8/layout/process1"/>
    <dgm:cxn modelId="{1E3499D4-C2BE-41EF-802C-133E29DB65C9}" type="presOf" srcId="{07EBB5C5-C34B-4A0D-87D8-61628EE6A13B}" destId="{2280954C-CC31-4BB9-B8CF-ACF18C26F97B}" srcOrd="0" destOrd="0" presId="urn:microsoft.com/office/officeart/2005/8/layout/process1"/>
    <dgm:cxn modelId="{3D4820AC-D4EB-462C-A92F-185DC6ECEA2E}" type="presParOf" srcId="{5B064835-19A4-49B4-B187-5D3842B40560}" destId="{BDE6D157-9872-4668-9A90-42C152B1870B}" srcOrd="0" destOrd="0" presId="urn:microsoft.com/office/officeart/2005/8/layout/process1"/>
    <dgm:cxn modelId="{4CD3C5E4-8E2C-429E-92DF-801BCB5974B0}" type="presParOf" srcId="{5B064835-19A4-49B4-B187-5D3842B40560}" destId="{2280954C-CC31-4BB9-B8CF-ACF18C26F97B}" srcOrd="1" destOrd="0" presId="urn:microsoft.com/office/officeart/2005/8/layout/process1"/>
    <dgm:cxn modelId="{39688D20-474B-48C6-A966-684000118B68}" type="presParOf" srcId="{2280954C-CC31-4BB9-B8CF-ACF18C26F97B}" destId="{1904424E-FD59-4051-9DBB-29ADC60B52E3}" srcOrd="0" destOrd="0" presId="urn:microsoft.com/office/officeart/2005/8/layout/process1"/>
    <dgm:cxn modelId="{FD375021-D8FC-48D6-94CB-D30978D42A35}" type="presParOf" srcId="{5B064835-19A4-49B4-B187-5D3842B40560}" destId="{E7A81616-3949-435D-A46C-5444608C23A8}" srcOrd="2" destOrd="0" presId="urn:microsoft.com/office/officeart/2005/8/layout/process1"/>
    <dgm:cxn modelId="{077D4AD5-6E0D-41E9-B939-6DDC5281F733}" type="presParOf" srcId="{5B064835-19A4-49B4-B187-5D3842B40560}" destId="{03489B10-0376-43BD-9A39-A425230FCBDB}" srcOrd="3" destOrd="0" presId="urn:microsoft.com/office/officeart/2005/8/layout/process1"/>
    <dgm:cxn modelId="{C53EA28C-C40A-437B-977A-9B8BC9A22393}" type="presParOf" srcId="{03489B10-0376-43BD-9A39-A425230FCBDB}" destId="{B3DA88D9-F8DD-4F16-A9EC-6492EB511CFB}" srcOrd="0" destOrd="0" presId="urn:microsoft.com/office/officeart/2005/8/layout/process1"/>
    <dgm:cxn modelId="{A45B13AB-C788-4E80-A83A-74803B6846B5}" type="presParOf" srcId="{5B064835-19A4-49B4-B187-5D3842B40560}" destId="{5D33FA9F-6219-4778-B188-EAB08CF57D1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6D157-9872-4668-9A90-42C152B1870B}">
      <dsp:nvSpPr>
        <dsp:cNvPr id="0" name=""/>
        <dsp:cNvSpPr/>
      </dsp:nvSpPr>
      <dsp:spPr>
        <a:xfrm>
          <a:off x="5815" y="772266"/>
          <a:ext cx="1738261" cy="1042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500" kern="1200" dirty="0"/>
            <a:t>Feature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500" kern="1200" dirty="0"/>
            <a:t>Normalize</a:t>
          </a:r>
          <a:endParaRPr lang="zh-TW" altLang="en-US" sz="1500" kern="1200" dirty="0"/>
        </a:p>
      </dsp:txBody>
      <dsp:txXfrm>
        <a:off x="36362" y="802813"/>
        <a:ext cx="1677167" cy="981863"/>
      </dsp:txXfrm>
    </dsp:sp>
    <dsp:sp modelId="{2280954C-CC31-4BB9-B8CF-ACF18C26F97B}">
      <dsp:nvSpPr>
        <dsp:cNvPr id="0" name=""/>
        <dsp:cNvSpPr/>
      </dsp:nvSpPr>
      <dsp:spPr>
        <a:xfrm>
          <a:off x="1917903" y="1078200"/>
          <a:ext cx="368511" cy="4310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200" kern="1200"/>
        </a:p>
      </dsp:txBody>
      <dsp:txXfrm>
        <a:off x="1917903" y="1164418"/>
        <a:ext cx="257958" cy="258652"/>
      </dsp:txXfrm>
    </dsp:sp>
    <dsp:sp modelId="{E7A81616-3949-435D-A46C-5444608C23A8}">
      <dsp:nvSpPr>
        <dsp:cNvPr id="0" name=""/>
        <dsp:cNvSpPr/>
      </dsp:nvSpPr>
      <dsp:spPr>
        <a:xfrm>
          <a:off x="2439382" y="772266"/>
          <a:ext cx="1738261" cy="1042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Internal Covariate Shift</a:t>
          </a:r>
          <a:endParaRPr lang="zh-TW" altLang="en-US" sz="1500" kern="1200" dirty="0"/>
        </a:p>
      </dsp:txBody>
      <dsp:txXfrm>
        <a:off x="2469929" y="802813"/>
        <a:ext cx="1677167" cy="981863"/>
      </dsp:txXfrm>
    </dsp:sp>
    <dsp:sp modelId="{03489B10-0376-43BD-9A39-A425230FCBDB}">
      <dsp:nvSpPr>
        <dsp:cNvPr id="0" name=""/>
        <dsp:cNvSpPr/>
      </dsp:nvSpPr>
      <dsp:spPr>
        <a:xfrm>
          <a:off x="4351470" y="1078200"/>
          <a:ext cx="368511" cy="4310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200" kern="1200"/>
        </a:p>
      </dsp:txBody>
      <dsp:txXfrm>
        <a:off x="4351470" y="1164418"/>
        <a:ext cx="257958" cy="258652"/>
      </dsp:txXfrm>
    </dsp:sp>
    <dsp:sp modelId="{5D33FA9F-6219-4778-B188-EAB08CF57D18}">
      <dsp:nvSpPr>
        <dsp:cNvPr id="0" name=""/>
        <dsp:cNvSpPr/>
      </dsp:nvSpPr>
      <dsp:spPr>
        <a:xfrm>
          <a:off x="4872948" y="772266"/>
          <a:ext cx="1738261" cy="1042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500" kern="1200" dirty="0" err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BatchNormalization</a:t>
          </a:r>
          <a:endParaRPr lang="zh-TW" altLang="en-US" sz="1500" kern="1200" dirty="0"/>
        </a:p>
      </dsp:txBody>
      <dsp:txXfrm>
        <a:off x="4903495" y="802813"/>
        <a:ext cx="1677167" cy="9818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6D157-9872-4668-9A90-42C152B1870B}">
      <dsp:nvSpPr>
        <dsp:cNvPr id="0" name=""/>
        <dsp:cNvSpPr/>
      </dsp:nvSpPr>
      <dsp:spPr>
        <a:xfrm>
          <a:off x="5815" y="772266"/>
          <a:ext cx="1738261" cy="1042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500" kern="1200" dirty="0"/>
            <a:t>Feature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500" kern="1200" dirty="0"/>
            <a:t>Normalize</a:t>
          </a:r>
          <a:endParaRPr lang="zh-TW" altLang="en-US" sz="1500" kern="1200" dirty="0"/>
        </a:p>
      </dsp:txBody>
      <dsp:txXfrm>
        <a:off x="36362" y="802813"/>
        <a:ext cx="1677167" cy="981863"/>
      </dsp:txXfrm>
    </dsp:sp>
    <dsp:sp modelId="{2280954C-CC31-4BB9-B8CF-ACF18C26F97B}">
      <dsp:nvSpPr>
        <dsp:cNvPr id="0" name=""/>
        <dsp:cNvSpPr/>
      </dsp:nvSpPr>
      <dsp:spPr>
        <a:xfrm>
          <a:off x="1917903" y="1078200"/>
          <a:ext cx="368511" cy="4310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200" kern="1200"/>
        </a:p>
      </dsp:txBody>
      <dsp:txXfrm>
        <a:off x="1917903" y="1164418"/>
        <a:ext cx="257958" cy="258652"/>
      </dsp:txXfrm>
    </dsp:sp>
    <dsp:sp modelId="{E7A81616-3949-435D-A46C-5444608C23A8}">
      <dsp:nvSpPr>
        <dsp:cNvPr id="0" name=""/>
        <dsp:cNvSpPr/>
      </dsp:nvSpPr>
      <dsp:spPr>
        <a:xfrm>
          <a:off x="2439382" y="772266"/>
          <a:ext cx="1738261" cy="1042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Internal Covariate Shift</a:t>
          </a:r>
          <a:endParaRPr lang="zh-TW" altLang="en-US" sz="1500" kern="1200" dirty="0"/>
        </a:p>
      </dsp:txBody>
      <dsp:txXfrm>
        <a:off x="2469929" y="802813"/>
        <a:ext cx="1677167" cy="981863"/>
      </dsp:txXfrm>
    </dsp:sp>
    <dsp:sp modelId="{03489B10-0376-43BD-9A39-A425230FCBDB}">
      <dsp:nvSpPr>
        <dsp:cNvPr id="0" name=""/>
        <dsp:cNvSpPr/>
      </dsp:nvSpPr>
      <dsp:spPr>
        <a:xfrm>
          <a:off x="4351470" y="1078200"/>
          <a:ext cx="368511" cy="4310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200" kern="1200"/>
        </a:p>
      </dsp:txBody>
      <dsp:txXfrm>
        <a:off x="4351470" y="1164418"/>
        <a:ext cx="257958" cy="258652"/>
      </dsp:txXfrm>
    </dsp:sp>
    <dsp:sp modelId="{5D33FA9F-6219-4778-B188-EAB08CF57D18}">
      <dsp:nvSpPr>
        <dsp:cNvPr id="0" name=""/>
        <dsp:cNvSpPr/>
      </dsp:nvSpPr>
      <dsp:spPr>
        <a:xfrm>
          <a:off x="4872948" y="772266"/>
          <a:ext cx="1738261" cy="1042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500" kern="1200" dirty="0" err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BatchNormalization</a:t>
          </a:r>
          <a:endParaRPr lang="zh-TW" altLang="en-US" sz="1500" kern="1200" dirty="0"/>
        </a:p>
      </dsp:txBody>
      <dsp:txXfrm>
        <a:off x="4903495" y="802813"/>
        <a:ext cx="1677167" cy="9818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45BBBC-0A76-4291-AE87-3F4E416A0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6BB574-5531-4E70-802A-9540E3752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731C77-1271-4CBB-85B5-A3922B0A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B363C7-4184-45EA-ACF4-4466DFFD3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31A554-1970-4DD1-A6FF-AEB5C925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571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6D5D3-8FC6-4379-A757-AACE22DA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9A1F07-D4D8-461C-9BB5-D0C15A7B5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4180B5-CFB4-4B41-B695-A2C25190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28E0E8-CDBC-4825-912E-33D17A8E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7477AE-389E-489A-9EB9-5C0CE73E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02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0C12A0-8298-417E-A57C-5FE7F308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1F5225-1F5C-4FD4-BD90-CEE16BB51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C8E347-DF10-45CC-BDB5-622FDD7F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9AF5D2-DBE3-4C20-843A-F16EC81B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182BF1-BC71-4780-9A51-DA654710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14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3568D1-1636-4370-99EE-8C095473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0D5AE2-A1D4-473E-8366-4BC02466B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688F1AA-345E-4AD1-8302-B5676F58A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D9AAE5-1135-4F91-BA1F-EC6AF0BD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0090CDE-26F4-4F5B-980C-FD7E455B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2CCD31-6D61-4A24-9A09-A0E3B634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1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5545A5-B196-450A-ADD7-8C5E8D6D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261CE4-28C1-49B7-AC03-9949C7203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8919F7-3709-4789-A935-0DE5BA55C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EB5498F-7854-4ADF-950E-F1003237C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A6CB9A7-6452-40A4-B813-D73FEBCBB8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088A6B-CF6D-4D73-9FEC-2D1AB6AE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B2FC25F-1CAC-4609-AA25-F309E337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CA62C71-C7D5-4424-B91C-8BCBD15A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51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A04DA6-59B0-41F3-A082-A2750B094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CDD65C9-4A08-4544-9416-085CD9EF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E4E2D34-5AD1-45DA-A463-72F864040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59D3C4-F48D-4A73-9D68-64C3BD9F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15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053608D-2A7D-40EE-B9BC-F918F650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CFC51F7-6956-47C2-AC38-DEC3174EE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A80C2D-1D5E-423D-A76A-E3BDB489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91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2F5B23-5F22-4AD9-BC1F-3EC24102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34611A-8D43-41EB-A5F9-24E7EFFD8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D4BBFF6-F5C4-462A-9E1D-48BA729D2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5AE987-F78D-403C-9D2B-CA9A6FF1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66B4DC-17E2-4D34-93D0-56A07BC8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522185-2BD3-421E-8D54-EB42BB68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5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FD12CA-5D49-4EBD-9CDF-252C36B7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BFB3CA1-EC85-4B2E-AE92-93ECE0FB5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F2D9CC-AFCA-40A7-AAA9-66E8E40BE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995FBF-6BE5-4541-B56F-5E616763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F3C613-9849-4D15-AF1C-1261E7CD9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2D6D5C-C7A0-4B2E-98CC-3AB3EC3D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994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9CCA53-89A3-4A59-A15F-74F9DB36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8B71DEB-0F0C-4DCA-85BE-2A4B7FCB6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A79BB9-F630-474E-B576-43DCF374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2595CE-2831-4CAF-A809-95BBA86E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DB4BD9-0B84-4757-B9B3-3A34B43E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953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5AACF49-CF04-497B-B46B-3BEE93E85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159706-8F63-4B7A-982E-74CEE73A5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1E1590-2FDC-47E1-9742-8DC92A848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A4C667-C5EB-40E5-8BA4-1466B927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80B153-143C-4CF2-A221-B6FE8977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624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19B6CF-04E0-4211-986B-D37964DF4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48B731-B228-42C1-9CAF-7EA888326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37AC6F-49C6-4CEB-B77D-DA45A7117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EC9ED-D425-4BCE-9AB7-825AF918A848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55CEB1-1DEB-42F9-88E6-00D97275B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CAFE4E-142D-4949-A012-D44566E19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24798-C878-4FF9-8F8B-3A2A0D6DD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35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12.03385.pdf" TargetMode="External"/><Relationship Id="rId2" Type="http://schemas.openxmlformats.org/officeDocument/2006/relationships/hyperlink" Target="https://www.youtube.com/watch?v=DkNIBBBvcP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etonfriday.com/posts/fb19d450/" TargetMode="External"/><Relationship Id="rId4" Type="http://schemas.openxmlformats.org/officeDocument/2006/relationships/hyperlink" Target="https://blog.csdn.net/sunqiande88/article/details/8010089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27385D6-3FFE-4912-B576-7C1D24065A1E}"/>
              </a:ext>
            </a:extLst>
          </p:cNvPr>
          <p:cNvSpPr txBox="1"/>
          <p:nvPr/>
        </p:nvSpPr>
        <p:spPr>
          <a:xfrm>
            <a:off x="0" y="265955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endParaRPr lang="zh-TW" altLang="en-US" sz="4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82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75743AD-6E1D-4AC1-AC2B-B682BDB95177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166FA0B-9FD1-4AD5-BD74-D97D19E5A95A}"/>
              </a:ext>
            </a:extLst>
          </p:cNvPr>
          <p:cNvSpPr txBox="1"/>
          <p:nvPr/>
        </p:nvSpPr>
        <p:spPr>
          <a:xfrm>
            <a:off x="457200" y="1111624"/>
            <a:ext cx="1909497" cy="2600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梯度消失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12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D0F1-25FA-E533-A75D-73F0667B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358CAEE-51AB-3AE2-7215-AB510328ABC9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梯度消失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66B42BC-27A1-C5E0-AB72-67FAA03FDD4C}"/>
              </a:ext>
            </a:extLst>
          </p:cNvPr>
          <p:cNvSpPr txBox="1"/>
          <p:nvPr/>
        </p:nvSpPr>
        <p:spPr>
          <a:xfrm>
            <a:off x="1848682" y="1459943"/>
            <a:ext cx="8494633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明明層數比較多，訓練效果卻更不好，因為模型太深，反向傳播時，梯度消失了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904B5D2-3CFA-229C-0E7A-66444270E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600" y="2459259"/>
            <a:ext cx="9500798" cy="325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8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961D7EE-0692-4A6C-85E9-4344A1274F46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梯度消失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80071D6-2156-4AFE-B4E4-B7E4DAB4305B}"/>
              </a:ext>
            </a:extLst>
          </p:cNvPr>
          <p:cNvSpPr txBox="1"/>
          <p:nvPr/>
        </p:nvSpPr>
        <p:spPr>
          <a:xfrm>
            <a:off x="1098668" y="1440275"/>
            <a:ext cx="9730293" cy="13280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更新權重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BackProbagation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時，這中間會碰到鏈鎖律的操作，導致越靠近輸入端的更新有越多的導數相乘，這就碰到一個問題了，若是這些導數絕對值都是小於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的話，那結果就會指數速度的靠近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，使得輸入端的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weights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很難更新，但靠近輸出端的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weights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會更新的比較快，這種情況叫做梯度消失。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6FB203-E51B-8348-826A-E73AD8FBC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227" y="2958606"/>
            <a:ext cx="4081545" cy="35356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737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CBA57-F74D-8366-EAEA-9D5ED2DD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2BFD02A-AAA3-6C00-43B9-B8BB1DCD599D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BatchNormalization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資料庫圖表 1">
            <a:extLst>
              <a:ext uri="{FF2B5EF4-FFF2-40B4-BE49-F238E27FC236}">
                <a16:creationId xmlns:a16="http://schemas.microsoft.com/office/drawing/2014/main" id="{06F1E6F8-EC7A-8444-9EBB-C2FD4C9708E6}"/>
              </a:ext>
            </a:extLst>
          </p:cNvPr>
          <p:cNvGraphicFramePr/>
          <p:nvPr/>
        </p:nvGraphicFramePr>
        <p:xfrm>
          <a:off x="461868" y="515307"/>
          <a:ext cx="6617026" cy="2587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0E861114-C2F3-8EBE-C7A4-4A556C4524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68" y="4418151"/>
            <a:ext cx="6706536" cy="2124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9AEABA6-CD6E-45EE-6D36-5BA3CF755236}"/>
              </a:ext>
            </a:extLst>
          </p:cNvPr>
          <p:cNvSpPr txBox="1"/>
          <p:nvPr/>
        </p:nvSpPr>
        <p:spPr>
          <a:xfrm>
            <a:off x="395940" y="2694911"/>
            <a:ext cx="72535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/>
              <a:t>在做</a:t>
            </a:r>
            <a:r>
              <a:rPr lang="en-US" altLang="zh-TW" sz="2000" dirty="0"/>
              <a:t>optimize</a:t>
            </a:r>
            <a:r>
              <a:rPr lang="zh-TW" altLang="en-US" sz="2000" dirty="0"/>
              <a:t>時，通常不希望</a:t>
            </a:r>
            <a:r>
              <a:rPr lang="en-US" altLang="zh-TW" sz="2000" dirty="0"/>
              <a:t>error </a:t>
            </a:r>
            <a:r>
              <a:rPr lang="en-US" altLang="zh-TW" sz="2000" dirty="0" err="1"/>
              <a:t>serface</a:t>
            </a:r>
            <a:r>
              <a:rPr lang="zh-TW" altLang="en-US" sz="2000" dirty="0"/>
              <a:t>是崎嶇的</a:t>
            </a:r>
            <a:endParaRPr lang="en-US" altLang="zh-TW" sz="2000" dirty="0"/>
          </a:p>
          <a:p>
            <a:r>
              <a:rPr lang="zh-TW" altLang="en-US" sz="2000" dirty="0"/>
              <a:t>首先，需要先處理</a:t>
            </a:r>
            <a:r>
              <a:rPr lang="en-US" altLang="zh-TW" sz="2000" dirty="0"/>
              <a:t>feature</a:t>
            </a:r>
            <a:r>
              <a:rPr lang="zh-TW" altLang="en-US" sz="2000" dirty="0"/>
              <a:t>的正規化 </a:t>
            </a:r>
            <a:r>
              <a:rPr lang="en-US" altLang="zh-TW" sz="2000" dirty="0"/>
              <a:t>(</a:t>
            </a:r>
            <a:r>
              <a:rPr lang="zh-TW" altLang="en-US" sz="2000" dirty="0"/>
              <a:t>跨樣本進行</a:t>
            </a:r>
            <a:r>
              <a:rPr lang="en-US" altLang="zh-TW" sz="2000" dirty="0"/>
              <a:t>)</a:t>
            </a:r>
            <a:r>
              <a:rPr lang="zh-TW" altLang="en-US" sz="2000" dirty="0"/>
              <a:t>，讓所有</a:t>
            </a:r>
            <a:r>
              <a:rPr lang="en-US" altLang="zh-TW" sz="2000" dirty="0"/>
              <a:t>dimension</a:t>
            </a:r>
            <a:r>
              <a:rPr lang="zh-TW" altLang="en-US" sz="2000" dirty="0"/>
              <a:t>的狀態</a:t>
            </a:r>
            <a:endParaRPr lang="en-US" altLang="zh-TW" sz="2000" dirty="0"/>
          </a:p>
          <a:p>
            <a:r>
              <a:rPr lang="zh-TW" altLang="en-US" sz="2000" dirty="0"/>
              <a:t>呈現常態分佈，這樣可以獲得更好的</a:t>
            </a:r>
            <a:r>
              <a:rPr lang="en-US" altLang="zh-TW" sz="2000" dirty="0"/>
              <a:t>error </a:t>
            </a:r>
            <a:r>
              <a:rPr lang="en-US" altLang="zh-TW" sz="2000" dirty="0" err="1"/>
              <a:t>serface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endParaRPr lang="en-US" altLang="zh-TW" sz="2000" dirty="0"/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157BF5E-71CE-4C85-7A96-3297BCA3EF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0762" y="978426"/>
            <a:ext cx="4255298" cy="2124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D446D1-09BD-9A2B-477F-C4B04292B0C2}"/>
              </a:ext>
            </a:extLst>
          </p:cNvPr>
          <p:cNvSpPr txBox="1"/>
          <p:nvPr/>
        </p:nvSpPr>
        <p:spPr>
          <a:xfrm>
            <a:off x="7540762" y="3198168"/>
            <a:ext cx="60977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900" dirty="0"/>
              <a:t>https://miro.medium.com/v2/resize:fit:720/format:webp/1*_XcMCQMLbaV7SuGE9zuMag.png</a:t>
            </a:r>
          </a:p>
        </p:txBody>
      </p:sp>
    </p:spTree>
    <p:extLst>
      <p:ext uri="{BB962C8B-B14F-4D97-AF65-F5344CB8AC3E}">
        <p14:creationId xmlns:p14="http://schemas.microsoft.com/office/powerpoint/2010/main" val="924845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2F9DE-058B-84FA-C461-CB6AE3DA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90C450A-1814-11FE-A340-5800F5A0921F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BatchNormalization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資料庫圖表 1">
            <a:extLst>
              <a:ext uri="{FF2B5EF4-FFF2-40B4-BE49-F238E27FC236}">
                <a16:creationId xmlns:a16="http://schemas.microsoft.com/office/drawing/2014/main" id="{37C1622A-0AE7-0928-17AB-EF519B0D66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6063649"/>
              </p:ext>
            </p:extLst>
          </p:nvPr>
        </p:nvGraphicFramePr>
        <p:xfrm>
          <a:off x="461868" y="515307"/>
          <a:ext cx="6617026" cy="2587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圖片 13">
            <a:extLst>
              <a:ext uri="{FF2B5EF4-FFF2-40B4-BE49-F238E27FC236}">
                <a16:creationId xmlns:a16="http://schemas.microsoft.com/office/drawing/2014/main" id="{9F88139B-B876-9670-E0F9-701541CC09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163" y="2825393"/>
            <a:ext cx="5965827" cy="37911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D8F97A23-0325-3C19-ADF6-0285A8BCE3A7}"/>
              </a:ext>
            </a:extLst>
          </p:cNvPr>
          <p:cNvSpPr txBox="1"/>
          <p:nvPr/>
        </p:nvSpPr>
        <p:spPr>
          <a:xfrm>
            <a:off x="488879" y="3244334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x̃¹, x̃², x̃³  →  縱向統計  →  每個 x̃ 的值都受其他樣本影響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235F64-92AE-DB21-F767-D2325CFEFA2D}"/>
              </a:ext>
            </a:extLst>
          </p:cNvPr>
          <p:cNvSpPr txBox="1"/>
          <p:nvPr/>
        </p:nvSpPr>
        <p:spPr>
          <a:xfrm>
            <a:off x="461868" y="4145614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x̃ 關聯化  →  z = W¹x̃ 也關聯化  →  a = sigmoid(z) 也關聯化  →  ...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D4B2F6E-82E3-1E52-A3CB-60C7D56FA86A}"/>
                  </a:ext>
                </a:extLst>
              </p:cNvPr>
              <p:cNvSpPr txBox="1"/>
              <p:nvPr/>
            </p:nvSpPr>
            <p:spPr>
              <a:xfrm>
                <a:off x="192641" y="5246643"/>
                <a:ext cx="60977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dirty="0"/>
                  <a:t>輸入雖然正規化了，但經過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TW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TW" altLang="en-US" dirty="0"/>
                  <a:t>線性變換後， </a:t>
                </a:r>
                <a:r>
                  <a:rPr lang="en-US" altLang="zh-TW" b="1" dirty="0"/>
                  <a:t>z </a:t>
                </a:r>
                <a:r>
                  <a:rPr lang="zh-TW" altLang="en-US" b="1" dirty="0"/>
                  <a:t>的分布範圍又會跑掉</a:t>
                </a:r>
                <a:r>
                  <a:rPr lang="zh-TW" altLang="en-US" dirty="0"/>
                  <a:t>，不同維度又會有不同尺度</a:t>
                </a:r>
              </a:p>
            </p:txBody>
          </p:sp>
        </mc:Choice>
        <mc:Fallback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D4B2F6E-82E3-1E52-A3CB-60C7D56FA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41" y="5246643"/>
                <a:ext cx="6097712" cy="646331"/>
              </a:xfrm>
              <a:prstGeom prst="rect">
                <a:avLst/>
              </a:prstGeom>
              <a:blipFill>
                <a:blip r:embed="rId8"/>
                <a:stretch>
                  <a:fillRect l="-900" t="-566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84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961D7EE-0692-4A6C-85E9-4344A1274F46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80071D6-2156-4AFE-B4E4-B7E4DAB4305B}"/>
              </a:ext>
            </a:extLst>
          </p:cNvPr>
          <p:cNvSpPr txBox="1"/>
          <p:nvPr/>
        </p:nvSpPr>
        <p:spPr>
          <a:xfrm>
            <a:off x="2541180" y="1495802"/>
            <a:ext cx="7109639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解決辦法，建一條額外路徑，讓反向傳播時，可以直接傳到更前面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B61628-8C34-45BB-A1D8-338B3A7BD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867" y="2157504"/>
            <a:ext cx="5996266" cy="350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13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68D65-C122-8D34-14D8-5DAED0E1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B8FD2AC-F63C-D8ED-5E86-86688C504B54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A62ED60-9340-CDE9-97D3-74E2D81D0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32" y="1235972"/>
            <a:ext cx="3748367" cy="21930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3DD4587-8E6D-7BDD-6717-62F190451BE5}"/>
              </a:ext>
            </a:extLst>
          </p:cNvPr>
          <p:cNvSpPr txBox="1"/>
          <p:nvPr/>
        </p:nvSpPr>
        <p:spPr>
          <a:xfrm>
            <a:off x="270332" y="379572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output = F(x) + x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4E2BAF-4CD7-F577-78C1-0CC25B2437B1}"/>
              </a:ext>
            </a:extLst>
          </p:cNvPr>
          <p:cNvSpPr txBox="1"/>
          <p:nvPr/>
        </p:nvSpPr>
        <p:spPr>
          <a:xfrm>
            <a:off x="270332" y="4531776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當 </a:t>
            </a:r>
            <a:r>
              <a:rPr lang="en-US" altLang="zh-TW" b="1" dirty="0"/>
              <a:t>F(x) = 0</a:t>
            </a:r>
            <a:r>
              <a:rPr lang="zh-TW" altLang="en-US" dirty="0"/>
              <a:t> 時：</a:t>
            </a:r>
            <a:r>
              <a:rPr lang="zh-TW" altLang="en-US" b="1" dirty="0"/>
              <a:t>輸出直接等於輸入</a:t>
            </a:r>
            <a:r>
              <a:rPr lang="zh-TW" altLang="en-US" dirty="0"/>
              <a:t>，中間那幾層等於完全沒有作用，就像被「跳過」一樣。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D410754-5665-1549-595F-7C67702794AB}"/>
              </a:ext>
            </a:extLst>
          </p:cNvPr>
          <p:cNvSpPr txBox="1"/>
          <p:nvPr/>
        </p:nvSpPr>
        <p:spPr>
          <a:xfrm>
            <a:off x="4158465" y="1146038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假設淺層網路已經找到最優解，多出來的層理想行為就是什麼都不做：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B5689B4-909C-D48A-0B01-96B77AFBDFF3}"/>
              </a:ext>
            </a:extLst>
          </p:cNvPr>
          <p:cNvSpPr txBox="1"/>
          <p:nvPr/>
        </p:nvSpPr>
        <p:spPr>
          <a:xfrm>
            <a:off x="5124447" y="2159091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硬要學出 </a:t>
            </a:r>
            <a:r>
              <a:rPr lang="en-US" altLang="zh-TW" dirty="0"/>
              <a:t>H(x) = x → </a:t>
            </a:r>
            <a:r>
              <a:rPr lang="zh-TW" altLang="en-US" dirty="0"/>
              <a:t>優化器很難做到</a:t>
            </a:r>
          </a:p>
        </p:txBody>
      </p:sp>
    </p:spTree>
    <p:extLst>
      <p:ext uri="{BB962C8B-B14F-4D97-AF65-F5344CB8AC3E}">
        <p14:creationId xmlns:p14="http://schemas.microsoft.com/office/powerpoint/2010/main" val="2717535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961D7EE-0692-4A6C-85E9-4344A1274F46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簡介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7F67814-C392-4682-BFCD-23023E4F23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79" r="36996" b="9056"/>
          <a:stretch/>
        </p:blipFill>
        <p:spPr>
          <a:xfrm>
            <a:off x="2501878" y="1190489"/>
            <a:ext cx="1174376" cy="513144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F288236-FF88-416D-8801-EA276897F8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05" r="2121" b="9056"/>
          <a:stretch/>
        </p:blipFill>
        <p:spPr>
          <a:xfrm>
            <a:off x="6788981" y="1177042"/>
            <a:ext cx="1610854" cy="513144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53BC910-25A1-4C4B-876F-25E490FD2E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90" r="38119"/>
          <a:stretch/>
        </p:blipFill>
        <p:spPr>
          <a:xfrm>
            <a:off x="3769081" y="1679066"/>
            <a:ext cx="1101934" cy="486783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29104E3-1254-464A-9DAA-11C40A5524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10"/>
          <a:stretch/>
        </p:blipFill>
        <p:spPr>
          <a:xfrm>
            <a:off x="8472762" y="1679066"/>
            <a:ext cx="1456227" cy="486783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7A34B0C-7651-4748-AEF1-FD6FA2BB0B92}"/>
              </a:ext>
            </a:extLst>
          </p:cNvPr>
          <p:cNvSpPr/>
          <p:nvPr/>
        </p:nvSpPr>
        <p:spPr>
          <a:xfrm>
            <a:off x="6660776" y="1177043"/>
            <a:ext cx="3505200" cy="5369860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7C0768-ECF9-4366-ABD4-3DF12BD14142}"/>
              </a:ext>
            </a:extLst>
          </p:cNvPr>
          <p:cNvSpPr/>
          <p:nvPr/>
        </p:nvSpPr>
        <p:spPr>
          <a:xfrm>
            <a:off x="2106705" y="1177041"/>
            <a:ext cx="3505200" cy="53698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4F22D46-3064-4B1C-BDCD-B15F7306E104}"/>
              </a:ext>
            </a:extLst>
          </p:cNvPr>
          <p:cNvSpPr txBox="1"/>
          <p:nvPr/>
        </p:nvSpPr>
        <p:spPr>
          <a:xfrm>
            <a:off x="4361619" y="1190489"/>
            <a:ext cx="132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 cut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EF33D07-891D-48D9-8439-024F3E1327EF}"/>
              </a:ext>
            </a:extLst>
          </p:cNvPr>
          <p:cNvSpPr txBox="1"/>
          <p:nvPr/>
        </p:nvSpPr>
        <p:spPr>
          <a:xfrm>
            <a:off x="8971739" y="1177041"/>
            <a:ext cx="132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 cut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320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A2BE623-F5A8-4134-9DC7-8E67268EF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04" y="1428471"/>
            <a:ext cx="8897592" cy="400105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1CEE2EC-FCB7-47C2-B95C-3D53579DE4FF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E1EF1F-6C3A-495B-8806-0E9489C9C3AD}"/>
              </a:ext>
            </a:extLst>
          </p:cNvPr>
          <p:cNvSpPr/>
          <p:nvPr/>
        </p:nvSpPr>
        <p:spPr>
          <a:xfrm>
            <a:off x="4643717" y="1586753"/>
            <a:ext cx="1389529" cy="381000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516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0FCC1BB-01DD-493D-9F1A-87719D579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9" y="3067287"/>
            <a:ext cx="2844997" cy="1271627"/>
          </a:xfrm>
          <a:prstGeom prst="rect">
            <a:avLst/>
          </a:prstGeom>
        </p:spPr>
      </p:pic>
      <p:pic>
        <p:nvPicPr>
          <p:cNvPr id="1026" name="Picture 2" descr="residual">
            <a:extLst>
              <a:ext uri="{FF2B5EF4-FFF2-40B4-BE49-F238E27FC236}">
                <a16:creationId xmlns:a16="http://schemas.microsoft.com/office/drawing/2014/main" id="{9AE8847F-315A-47C0-9F25-458D13152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076" y="1288956"/>
            <a:ext cx="2639265" cy="51203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/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C908290-D2B4-4D04-8758-1A5EC9F85A3A}"/>
              </a:ext>
            </a:extLst>
          </p:cNvPr>
          <p:cNvSpPr txBox="1"/>
          <p:nvPr/>
        </p:nvSpPr>
        <p:spPr>
          <a:xfrm>
            <a:off x="9018494" y="3341765"/>
            <a:ext cx="824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3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2EF94AB-972D-4CA7-AA48-DFCD349E7381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論文表示式</a:t>
            </a:r>
          </a:p>
        </p:txBody>
      </p:sp>
    </p:spTree>
    <p:extLst>
      <p:ext uri="{BB962C8B-B14F-4D97-AF65-F5344CB8AC3E}">
        <p14:creationId xmlns:p14="http://schemas.microsoft.com/office/powerpoint/2010/main" val="168361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A1D97D5-528B-45A3-8237-B1EEB17B1FD8}"/>
              </a:ext>
            </a:extLst>
          </p:cNvPr>
          <p:cNvSpPr txBox="1"/>
          <p:nvPr/>
        </p:nvSpPr>
        <p:spPr>
          <a:xfrm>
            <a:off x="0" y="2590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EX1_ResNet34(import)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02F316A-D018-48A8-AA5D-516AA5D90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824" y="1703294"/>
            <a:ext cx="5888352" cy="393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35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A1D97D5-528B-45A3-8237-B1EEB17B1FD8}"/>
              </a:ext>
            </a:extLst>
          </p:cNvPr>
          <p:cNvSpPr txBox="1"/>
          <p:nvPr/>
        </p:nvSpPr>
        <p:spPr>
          <a:xfrm>
            <a:off x="0" y="2590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EX1_ResNet34(import)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8B3C70-8DAF-4C90-9AF3-D4C181CCD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661" y="1988590"/>
            <a:ext cx="8904678" cy="328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77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A1D97D5-528B-45A3-8237-B1EEB17B1FD8}"/>
              </a:ext>
            </a:extLst>
          </p:cNvPr>
          <p:cNvSpPr txBox="1"/>
          <p:nvPr/>
        </p:nvSpPr>
        <p:spPr>
          <a:xfrm>
            <a:off x="0" y="2590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EX1_ResNet34(import)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8B3C70-8DAF-4C90-9AF3-D4C181CCD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661" y="1988590"/>
            <a:ext cx="8904678" cy="328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3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8EFEA08-D8EC-4BEA-A653-23C0AA4E8F40}"/>
              </a:ext>
            </a:extLst>
          </p:cNvPr>
          <p:cNvSpPr txBox="1"/>
          <p:nvPr/>
        </p:nvSpPr>
        <p:spPr>
          <a:xfrm>
            <a:off x="2314014" y="2562137"/>
            <a:ext cx="7563971" cy="2221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因為這次程式很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雜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，看以下幾頁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ppt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只能知道每一部分在幹嘛，要弄懂需要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順過一次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程式碼，才能組起來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6B3865C-31F1-41B0-923D-9147D5E864DB}"/>
              </a:ext>
            </a:extLst>
          </p:cNvPr>
          <p:cNvSpPr txBox="1"/>
          <p:nvPr/>
        </p:nvSpPr>
        <p:spPr>
          <a:xfrm>
            <a:off x="0" y="2590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EX1_ResNet34(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良心建議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741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3DFFAF1-C3CD-4010-A02B-D6FEAA9F0F70}"/>
              </a:ext>
            </a:extLst>
          </p:cNvPr>
          <p:cNvSpPr/>
          <p:nvPr/>
        </p:nvSpPr>
        <p:spPr>
          <a:xfrm>
            <a:off x="322729" y="1013971"/>
            <a:ext cx="11770659" cy="5585011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1D97D5-528B-45A3-8237-B1EEB17B1FD8}"/>
              </a:ext>
            </a:extLst>
          </p:cNvPr>
          <p:cNvSpPr txBox="1"/>
          <p:nvPr/>
        </p:nvSpPr>
        <p:spPr>
          <a:xfrm>
            <a:off x="0" y="2590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EX1_ResNet34(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主架構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2C8AA86-0733-4703-B16E-6D37CF3A9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991" y="1161665"/>
            <a:ext cx="6306430" cy="2924583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046637C-77DE-4BC5-84BD-F68720D7C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10" y="4519121"/>
            <a:ext cx="2953162" cy="194337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9BABE7E-C0A9-4F73-9743-F566C4C8D5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520" t="22762" r="2121" b="9056"/>
          <a:stretch/>
        </p:blipFill>
        <p:spPr>
          <a:xfrm rot="16200000">
            <a:off x="4869063" y="3573535"/>
            <a:ext cx="1602338" cy="377424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9B58655-7E3F-4E6E-9CE2-0EFB4E66BC1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2408" b="6288"/>
          <a:stretch/>
        </p:blipFill>
        <p:spPr>
          <a:xfrm rot="16200000">
            <a:off x="8978668" y="3238178"/>
            <a:ext cx="1602338" cy="444496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3DA0EE86-A3E6-4666-9D53-013D144C1DC0}"/>
              </a:ext>
            </a:extLst>
          </p:cNvPr>
          <p:cNvSpPr txBox="1"/>
          <p:nvPr/>
        </p:nvSpPr>
        <p:spPr>
          <a:xfrm>
            <a:off x="3874292" y="593554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BAC4DFA-BFBF-4930-81BD-CA97C642410B}"/>
              </a:ext>
            </a:extLst>
          </p:cNvPr>
          <p:cNvSpPr txBox="1"/>
          <p:nvPr/>
        </p:nvSpPr>
        <p:spPr>
          <a:xfrm>
            <a:off x="4741232" y="593732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D023C21-EF3C-4453-BA9F-55BAEFF6953D}"/>
              </a:ext>
            </a:extLst>
          </p:cNvPr>
          <p:cNvSpPr txBox="1"/>
          <p:nvPr/>
        </p:nvSpPr>
        <p:spPr>
          <a:xfrm>
            <a:off x="6308149" y="593554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7744DDC-7EC2-4501-ABE2-16960DB105A9}"/>
              </a:ext>
            </a:extLst>
          </p:cNvPr>
          <p:cNvSpPr txBox="1"/>
          <p:nvPr/>
        </p:nvSpPr>
        <p:spPr>
          <a:xfrm>
            <a:off x="8515481" y="593554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0FBBDFB-9266-43FC-A6AD-A096FC4D6782}"/>
              </a:ext>
            </a:extLst>
          </p:cNvPr>
          <p:cNvSpPr txBox="1"/>
          <p:nvPr/>
        </p:nvSpPr>
        <p:spPr>
          <a:xfrm>
            <a:off x="10613439" y="593554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CFC35E9-F803-4A01-B240-E5F83CE86983}"/>
              </a:ext>
            </a:extLst>
          </p:cNvPr>
          <p:cNvSpPr txBox="1"/>
          <p:nvPr/>
        </p:nvSpPr>
        <p:spPr>
          <a:xfrm>
            <a:off x="7486528" y="2602871"/>
            <a:ext cx="2576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 </a:t>
            </a:r>
            <a:r>
              <a:rPr lang="en-US" altLang="zh-TW" sz="1600" dirty="0" err="1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ResidualBlock</a:t>
            </a:r>
            <a:r>
              <a:rPr lang="en-US" altLang="zh-TW" sz="16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做出 </a:t>
            </a:r>
            <a:r>
              <a:rPr lang="en-US" altLang="zh-TW" sz="16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layer</a:t>
            </a:r>
            <a:endParaRPr lang="zh-TW" altLang="en-US" sz="1600" dirty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FD0FB67-AAC0-452A-B7B6-8CCA406C6055}"/>
              </a:ext>
            </a:extLst>
          </p:cNvPr>
          <p:cNvCxnSpPr>
            <a:cxnSpLocks/>
          </p:cNvCxnSpPr>
          <p:nvPr/>
        </p:nvCxnSpPr>
        <p:spPr>
          <a:xfrm flipH="1">
            <a:off x="8016240" y="2849880"/>
            <a:ext cx="499242" cy="17001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1392F6C-D253-4815-AA1A-6E9EA4BB5B9E}"/>
              </a:ext>
            </a:extLst>
          </p:cNvPr>
          <p:cNvSpPr txBox="1"/>
          <p:nvPr/>
        </p:nvSpPr>
        <p:spPr>
          <a:xfrm>
            <a:off x="8658494" y="3848152"/>
            <a:ext cx="35413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這裡沒有</a:t>
            </a:r>
            <a:r>
              <a:rPr lang="en-US" altLang="zh-TW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shortcut</a:t>
            </a:r>
            <a:r>
              <a:rPr lang="zh-TW" altLang="en-US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不是因為不用做</a:t>
            </a:r>
            <a:r>
              <a:rPr lang="en-US" altLang="zh-TW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 cut</a:t>
            </a:r>
            <a:r>
              <a:rPr lang="zh-TW" altLang="en-US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1400" dirty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而是因為如果沒有寫就是加原本的</a:t>
            </a:r>
            <a:r>
              <a:rPr lang="en-US" altLang="zh-TW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1400" dirty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有寫只是為了縮放</a:t>
            </a:r>
            <a:r>
              <a:rPr lang="en-US" altLang="zh-TW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 cut</a:t>
            </a:r>
            <a:r>
              <a:rPr lang="zh-TW" altLang="en-US" sz="14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的大小。</a:t>
            </a: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E3318B7C-FC9A-4DDC-832C-EF96F8DE6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703" y="1117452"/>
            <a:ext cx="5007276" cy="323844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3" name="手繪多邊形: 圖案 32">
            <a:extLst>
              <a:ext uri="{FF2B5EF4-FFF2-40B4-BE49-F238E27FC236}">
                <a16:creationId xmlns:a16="http://schemas.microsoft.com/office/drawing/2014/main" id="{88A158A7-7642-4501-8A27-A617FA3B1ACF}"/>
              </a:ext>
            </a:extLst>
          </p:cNvPr>
          <p:cNvSpPr/>
          <p:nvPr/>
        </p:nvSpPr>
        <p:spPr>
          <a:xfrm>
            <a:off x="11097128" y="3664272"/>
            <a:ext cx="278058" cy="238125"/>
          </a:xfrm>
          <a:custGeom>
            <a:avLst/>
            <a:gdLst>
              <a:gd name="connsiteX0" fmla="*/ 0 w 278058"/>
              <a:gd name="connsiteY0" fmla="*/ 0 h 238125"/>
              <a:gd name="connsiteX1" fmla="*/ 123825 w 278058"/>
              <a:gd name="connsiteY1" fmla="*/ 9525 h 238125"/>
              <a:gd name="connsiteX2" fmla="*/ 152400 w 278058"/>
              <a:gd name="connsiteY2" fmla="*/ 28575 h 238125"/>
              <a:gd name="connsiteX3" fmla="*/ 180975 w 278058"/>
              <a:gd name="connsiteY3" fmla="*/ 38100 h 238125"/>
              <a:gd name="connsiteX4" fmla="*/ 200025 w 278058"/>
              <a:gd name="connsiteY4" fmla="*/ 66675 h 238125"/>
              <a:gd name="connsiteX5" fmla="*/ 228600 w 278058"/>
              <a:gd name="connsiteY5" fmla="*/ 76200 h 238125"/>
              <a:gd name="connsiteX6" fmla="*/ 238125 w 278058"/>
              <a:gd name="connsiteY6" fmla="*/ 104775 h 238125"/>
              <a:gd name="connsiteX7" fmla="*/ 266700 w 278058"/>
              <a:gd name="connsiteY7" fmla="*/ 133350 h 238125"/>
              <a:gd name="connsiteX8" fmla="*/ 276225 w 278058"/>
              <a:gd name="connsiteY8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058" h="238125">
                <a:moveTo>
                  <a:pt x="0" y="0"/>
                </a:moveTo>
                <a:cubicBezTo>
                  <a:pt x="41275" y="3175"/>
                  <a:pt x="83137" y="1896"/>
                  <a:pt x="123825" y="9525"/>
                </a:cubicBezTo>
                <a:cubicBezTo>
                  <a:pt x="135077" y="11635"/>
                  <a:pt x="142161" y="23455"/>
                  <a:pt x="152400" y="28575"/>
                </a:cubicBezTo>
                <a:cubicBezTo>
                  <a:pt x="161380" y="33065"/>
                  <a:pt x="171450" y="34925"/>
                  <a:pt x="180975" y="38100"/>
                </a:cubicBezTo>
                <a:cubicBezTo>
                  <a:pt x="187325" y="47625"/>
                  <a:pt x="191086" y="59524"/>
                  <a:pt x="200025" y="66675"/>
                </a:cubicBezTo>
                <a:cubicBezTo>
                  <a:pt x="207865" y="72947"/>
                  <a:pt x="221500" y="69100"/>
                  <a:pt x="228600" y="76200"/>
                </a:cubicBezTo>
                <a:cubicBezTo>
                  <a:pt x="235700" y="83300"/>
                  <a:pt x="232556" y="96421"/>
                  <a:pt x="238125" y="104775"/>
                </a:cubicBezTo>
                <a:cubicBezTo>
                  <a:pt x="245597" y="115983"/>
                  <a:pt x="257175" y="123825"/>
                  <a:pt x="266700" y="133350"/>
                </a:cubicBezTo>
                <a:cubicBezTo>
                  <a:pt x="284257" y="186022"/>
                  <a:pt x="276225" y="151885"/>
                  <a:pt x="276225" y="238125"/>
                </a:cubicBezTo>
              </a:path>
            </a:pathLst>
          </a:custGeom>
          <a:noFill/>
          <a:ln>
            <a:solidFill>
              <a:srgbClr val="FFFF00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5C35CE4-D352-4CF6-92FD-F986233F7E79}"/>
              </a:ext>
            </a:extLst>
          </p:cNvPr>
          <p:cNvSpPr txBox="1"/>
          <p:nvPr/>
        </p:nvSpPr>
        <p:spPr>
          <a:xfrm>
            <a:off x="3595304" y="144488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定義幾個大</a:t>
            </a:r>
            <a:r>
              <a:rPr lang="en-US" altLang="zh-TW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layer</a:t>
            </a:r>
            <a:endParaRPr lang="zh-TW" altLang="en-US" dirty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165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3DFFAF1-C3CD-4010-A02B-D6FEAA9F0F70}"/>
              </a:ext>
            </a:extLst>
          </p:cNvPr>
          <p:cNvSpPr/>
          <p:nvPr/>
        </p:nvSpPr>
        <p:spPr>
          <a:xfrm>
            <a:off x="210670" y="942253"/>
            <a:ext cx="11770659" cy="5585011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1D97D5-528B-45A3-8237-B1EEB17B1FD8}"/>
              </a:ext>
            </a:extLst>
          </p:cNvPr>
          <p:cNvSpPr txBox="1"/>
          <p:nvPr/>
        </p:nvSpPr>
        <p:spPr>
          <a:xfrm>
            <a:off x="0" y="1604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EX1_ResNet34(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子架構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248E1EA-060D-44A1-BCBD-ADC6CD9152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42" t="64409" b="12490"/>
          <a:stretch/>
        </p:blipFill>
        <p:spPr>
          <a:xfrm>
            <a:off x="574360" y="4891291"/>
            <a:ext cx="4440827" cy="74407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9BABE7E-C0A9-4F73-9743-F566C4C8D5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520" t="22762" r="2121" b="9056"/>
          <a:stretch/>
        </p:blipFill>
        <p:spPr>
          <a:xfrm rot="16200000">
            <a:off x="8246575" y="-326850"/>
            <a:ext cx="2135126" cy="502921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C32A5A1-D593-43CA-ADB1-F060201A0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74" y="1006110"/>
            <a:ext cx="6393382" cy="333280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2C8AA86-0733-4703-B16E-6D37CF3A9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314" y="3429000"/>
            <a:ext cx="6306430" cy="2924583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F2CF0691-852A-424A-BCC1-3A56F2541E45}"/>
              </a:ext>
            </a:extLst>
          </p:cNvPr>
          <p:cNvSpPr txBox="1"/>
          <p:nvPr/>
        </p:nvSpPr>
        <p:spPr>
          <a:xfrm>
            <a:off x="7029869" y="283536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292247F-DA05-45CD-9558-7F3271423A4A}"/>
              </a:ext>
            </a:extLst>
          </p:cNvPr>
          <p:cNvSpPr txBox="1"/>
          <p:nvPr/>
        </p:nvSpPr>
        <p:spPr>
          <a:xfrm>
            <a:off x="8194509" y="283536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25C3172-7F89-4181-95EA-DF7DCBD92053}"/>
              </a:ext>
            </a:extLst>
          </p:cNvPr>
          <p:cNvSpPr txBox="1"/>
          <p:nvPr/>
        </p:nvSpPr>
        <p:spPr>
          <a:xfrm>
            <a:off x="10315373" y="283536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72CE6024-6075-454A-91A6-3F57344BC4E7}"/>
              </a:ext>
            </a:extLst>
          </p:cNvPr>
          <p:cNvSpPr/>
          <p:nvPr/>
        </p:nvSpPr>
        <p:spPr>
          <a:xfrm>
            <a:off x="5975539" y="5334120"/>
            <a:ext cx="158562" cy="113260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11C96891-0838-4B15-9F90-43C80017A5CC}"/>
              </a:ext>
            </a:extLst>
          </p:cNvPr>
          <p:cNvSpPr/>
          <p:nvPr/>
        </p:nvSpPr>
        <p:spPr>
          <a:xfrm>
            <a:off x="5978106" y="5930036"/>
            <a:ext cx="158562" cy="113260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4A587AA-01AB-499D-9ED0-55143B2F316C}"/>
              </a:ext>
            </a:extLst>
          </p:cNvPr>
          <p:cNvSpPr txBox="1"/>
          <p:nvPr/>
        </p:nvSpPr>
        <p:spPr>
          <a:xfrm>
            <a:off x="2841530" y="1117657"/>
            <a:ext cx="3759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err="1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ResidualBlock</a:t>
            </a:r>
            <a:r>
              <a:rPr lang="en-US" altLang="zh-TW" sz="16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zh-TW" altLang="en-US" sz="16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兩個</a:t>
            </a:r>
            <a:r>
              <a:rPr lang="en-US" altLang="zh-TW" sz="16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Conv+</a:t>
            </a:r>
            <a:r>
              <a:rPr lang="zh-TW" altLang="en-US" sz="16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一個</a:t>
            </a:r>
            <a:r>
              <a:rPr lang="en-US" altLang="zh-TW" sz="16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 cut </a:t>
            </a:r>
            <a:endParaRPr lang="zh-TW" altLang="en-US" sz="1600" dirty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02AF10-0F03-44E5-86F3-DAEA9BCA31DA}"/>
              </a:ext>
            </a:extLst>
          </p:cNvPr>
          <p:cNvSpPr/>
          <p:nvPr/>
        </p:nvSpPr>
        <p:spPr>
          <a:xfrm>
            <a:off x="7633063" y="1183341"/>
            <a:ext cx="650325" cy="17570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156262-0EDE-403C-B651-7F4220B810A8}"/>
              </a:ext>
            </a:extLst>
          </p:cNvPr>
          <p:cNvSpPr/>
          <p:nvPr/>
        </p:nvSpPr>
        <p:spPr>
          <a:xfrm>
            <a:off x="2151529" y="3771900"/>
            <a:ext cx="3247209" cy="1968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7CA1BB3-7D6B-4220-8666-2125D5AA3A28}"/>
              </a:ext>
            </a:extLst>
          </p:cNvPr>
          <p:cNvSpPr txBox="1"/>
          <p:nvPr/>
        </p:nvSpPr>
        <p:spPr>
          <a:xfrm>
            <a:off x="2841530" y="3312112"/>
            <a:ext cx="2528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Append</a:t>
            </a:r>
            <a:r>
              <a:rPr lang="zh-TW" altLang="en-US" sz="11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時如果有</a:t>
            </a:r>
            <a:r>
              <a:rPr lang="en-US" altLang="zh-TW" sz="11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 cut </a:t>
            </a:r>
            <a:r>
              <a:rPr lang="zh-TW" altLang="en-US" sz="11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就調整大小，</a:t>
            </a:r>
            <a:endParaRPr lang="en-US" altLang="zh-TW" sz="1100" dirty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1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沒有就加入原本的</a:t>
            </a:r>
            <a:r>
              <a:rPr lang="en-US" altLang="zh-TW" sz="1100" dirty="0">
                <a:solidFill>
                  <a:srgbClr val="FFFF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endParaRPr lang="zh-TW" altLang="en-US" sz="1100" dirty="0">
              <a:solidFill>
                <a:srgbClr val="FFFF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手繪多邊形: 圖案 31">
            <a:extLst>
              <a:ext uri="{FF2B5EF4-FFF2-40B4-BE49-F238E27FC236}">
                <a16:creationId xmlns:a16="http://schemas.microsoft.com/office/drawing/2014/main" id="{24B4549C-097A-46DB-943A-4AFD3A24E963}"/>
              </a:ext>
            </a:extLst>
          </p:cNvPr>
          <p:cNvSpPr/>
          <p:nvPr/>
        </p:nvSpPr>
        <p:spPr>
          <a:xfrm>
            <a:off x="4991100" y="3590925"/>
            <a:ext cx="6317483" cy="1724025"/>
          </a:xfrm>
          <a:custGeom>
            <a:avLst/>
            <a:gdLst>
              <a:gd name="connsiteX0" fmla="*/ 0 w 6317483"/>
              <a:gd name="connsiteY0" fmla="*/ 0 h 1724025"/>
              <a:gd name="connsiteX1" fmla="*/ 19050 w 6317483"/>
              <a:gd name="connsiteY1" fmla="*/ 47625 h 1724025"/>
              <a:gd name="connsiteX2" fmla="*/ 47625 w 6317483"/>
              <a:gd name="connsiteY2" fmla="*/ 66675 h 1724025"/>
              <a:gd name="connsiteX3" fmla="*/ 142875 w 6317483"/>
              <a:gd name="connsiteY3" fmla="*/ 95250 h 1724025"/>
              <a:gd name="connsiteX4" fmla="*/ 333375 w 6317483"/>
              <a:gd name="connsiteY4" fmla="*/ 104775 h 1724025"/>
              <a:gd name="connsiteX5" fmla="*/ 447675 w 6317483"/>
              <a:gd name="connsiteY5" fmla="*/ 123825 h 1724025"/>
              <a:gd name="connsiteX6" fmla="*/ 552450 w 6317483"/>
              <a:gd name="connsiteY6" fmla="*/ 142875 h 1724025"/>
              <a:gd name="connsiteX7" fmla="*/ 609600 w 6317483"/>
              <a:gd name="connsiteY7" fmla="*/ 161925 h 1724025"/>
              <a:gd name="connsiteX8" fmla="*/ 638175 w 6317483"/>
              <a:gd name="connsiteY8" fmla="*/ 171450 h 1724025"/>
              <a:gd name="connsiteX9" fmla="*/ 676275 w 6317483"/>
              <a:gd name="connsiteY9" fmla="*/ 209550 h 1724025"/>
              <a:gd name="connsiteX10" fmla="*/ 714375 w 6317483"/>
              <a:gd name="connsiteY10" fmla="*/ 247650 h 1724025"/>
              <a:gd name="connsiteX11" fmla="*/ 752475 w 6317483"/>
              <a:gd name="connsiteY11" fmla="*/ 333375 h 1724025"/>
              <a:gd name="connsiteX12" fmla="*/ 771525 w 6317483"/>
              <a:gd name="connsiteY12" fmla="*/ 400050 h 1724025"/>
              <a:gd name="connsiteX13" fmla="*/ 790575 w 6317483"/>
              <a:gd name="connsiteY13" fmla="*/ 428625 h 1724025"/>
              <a:gd name="connsiteX14" fmla="*/ 809625 w 6317483"/>
              <a:gd name="connsiteY14" fmla="*/ 485775 h 1724025"/>
              <a:gd name="connsiteX15" fmla="*/ 828675 w 6317483"/>
              <a:gd name="connsiteY15" fmla="*/ 514350 h 1724025"/>
              <a:gd name="connsiteX16" fmla="*/ 847725 w 6317483"/>
              <a:gd name="connsiteY16" fmla="*/ 571500 h 1724025"/>
              <a:gd name="connsiteX17" fmla="*/ 857250 w 6317483"/>
              <a:gd name="connsiteY17" fmla="*/ 600075 h 1724025"/>
              <a:gd name="connsiteX18" fmla="*/ 876300 w 6317483"/>
              <a:gd name="connsiteY18" fmla="*/ 666750 h 1724025"/>
              <a:gd name="connsiteX19" fmla="*/ 895350 w 6317483"/>
              <a:gd name="connsiteY19" fmla="*/ 695325 h 1724025"/>
              <a:gd name="connsiteX20" fmla="*/ 904875 w 6317483"/>
              <a:gd name="connsiteY20" fmla="*/ 723900 h 1724025"/>
              <a:gd name="connsiteX21" fmla="*/ 933450 w 6317483"/>
              <a:gd name="connsiteY21" fmla="*/ 762000 h 1724025"/>
              <a:gd name="connsiteX22" fmla="*/ 981075 w 6317483"/>
              <a:gd name="connsiteY22" fmla="*/ 819150 h 1724025"/>
              <a:gd name="connsiteX23" fmla="*/ 1019175 w 6317483"/>
              <a:gd name="connsiteY23" fmla="*/ 838200 h 1724025"/>
              <a:gd name="connsiteX24" fmla="*/ 1066800 w 6317483"/>
              <a:gd name="connsiteY24" fmla="*/ 895350 h 1724025"/>
              <a:gd name="connsiteX25" fmla="*/ 1104900 w 6317483"/>
              <a:gd name="connsiteY25" fmla="*/ 923925 h 1724025"/>
              <a:gd name="connsiteX26" fmla="*/ 1133475 w 6317483"/>
              <a:gd name="connsiteY26" fmla="*/ 962025 h 1724025"/>
              <a:gd name="connsiteX27" fmla="*/ 1200150 w 6317483"/>
              <a:gd name="connsiteY27" fmla="*/ 1028700 h 1724025"/>
              <a:gd name="connsiteX28" fmla="*/ 1228725 w 6317483"/>
              <a:gd name="connsiteY28" fmla="*/ 1057275 h 1724025"/>
              <a:gd name="connsiteX29" fmla="*/ 1257300 w 6317483"/>
              <a:gd name="connsiteY29" fmla="*/ 1095375 h 1724025"/>
              <a:gd name="connsiteX30" fmla="*/ 1314450 w 6317483"/>
              <a:gd name="connsiteY30" fmla="*/ 1133475 h 1724025"/>
              <a:gd name="connsiteX31" fmla="*/ 1343025 w 6317483"/>
              <a:gd name="connsiteY31" fmla="*/ 1152525 h 1724025"/>
              <a:gd name="connsiteX32" fmla="*/ 1381125 w 6317483"/>
              <a:gd name="connsiteY32" fmla="*/ 1171575 h 1724025"/>
              <a:gd name="connsiteX33" fmla="*/ 1409700 w 6317483"/>
              <a:gd name="connsiteY33" fmla="*/ 1190625 h 1724025"/>
              <a:gd name="connsiteX34" fmla="*/ 1457325 w 6317483"/>
              <a:gd name="connsiteY34" fmla="*/ 1200150 h 1724025"/>
              <a:gd name="connsiteX35" fmla="*/ 1619250 w 6317483"/>
              <a:gd name="connsiteY35" fmla="*/ 1228725 h 1724025"/>
              <a:gd name="connsiteX36" fmla="*/ 1714500 w 6317483"/>
              <a:gd name="connsiteY36" fmla="*/ 1247775 h 1724025"/>
              <a:gd name="connsiteX37" fmla="*/ 1781175 w 6317483"/>
              <a:gd name="connsiteY37" fmla="*/ 1257300 h 1724025"/>
              <a:gd name="connsiteX38" fmla="*/ 1838325 w 6317483"/>
              <a:gd name="connsiteY38" fmla="*/ 1266825 h 1724025"/>
              <a:gd name="connsiteX39" fmla="*/ 1885950 w 6317483"/>
              <a:gd name="connsiteY39" fmla="*/ 1276350 h 1724025"/>
              <a:gd name="connsiteX40" fmla="*/ 1952625 w 6317483"/>
              <a:gd name="connsiteY40" fmla="*/ 1285875 h 1724025"/>
              <a:gd name="connsiteX41" fmla="*/ 2105025 w 6317483"/>
              <a:gd name="connsiteY41" fmla="*/ 1304925 h 1724025"/>
              <a:gd name="connsiteX42" fmla="*/ 2181225 w 6317483"/>
              <a:gd name="connsiteY42" fmla="*/ 1323975 h 1724025"/>
              <a:gd name="connsiteX43" fmla="*/ 2362200 w 6317483"/>
              <a:gd name="connsiteY43" fmla="*/ 1352550 h 1724025"/>
              <a:gd name="connsiteX44" fmla="*/ 2390775 w 6317483"/>
              <a:gd name="connsiteY44" fmla="*/ 1362075 h 1724025"/>
              <a:gd name="connsiteX45" fmla="*/ 2476500 w 6317483"/>
              <a:gd name="connsiteY45" fmla="*/ 1381125 h 1724025"/>
              <a:gd name="connsiteX46" fmla="*/ 2543175 w 6317483"/>
              <a:gd name="connsiteY46" fmla="*/ 1390650 h 1724025"/>
              <a:gd name="connsiteX47" fmla="*/ 2752725 w 6317483"/>
              <a:gd name="connsiteY47" fmla="*/ 1419225 h 1724025"/>
              <a:gd name="connsiteX48" fmla="*/ 3028950 w 6317483"/>
              <a:gd name="connsiteY48" fmla="*/ 1438275 h 1724025"/>
              <a:gd name="connsiteX49" fmla="*/ 3171825 w 6317483"/>
              <a:gd name="connsiteY49" fmla="*/ 1447800 h 1724025"/>
              <a:gd name="connsiteX50" fmla="*/ 3667125 w 6317483"/>
              <a:gd name="connsiteY50" fmla="*/ 1466850 h 1724025"/>
              <a:gd name="connsiteX51" fmla="*/ 4019550 w 6317483"/>
              <a:gd name="connsiteY51" fmla="*/ 1485900 h 1724025"/>
              <a:gd name="connsiteX52" fmla="*/ 4810125 w 6317483"/>
              <a:gd name="connsiteY52" fmla="*/ 1495425 h 1724025"/>
              <a:gd name="connsiteX53" fmla="*/ 6219825 w 6317483"/>
              <a:gd name="connsiteY53" fmla="*/ 1504950 h 1724025"/>
              <a:gd name="connsiteX54" fmla="*/ 6248400 w 6317483"/>
              <a:gd name="connsiteY54" fmla="*/ 1514475 h 1724025"/>
              <a:gd name="connsiteX55" fmla="*/ 6296025 w 6317483"/>
              <a:gd name="connsiteY55" fmla="*/ 1524000 h 1724025"/>
              <a:gd name="connsiteX56" fmla="*/ 6315075 w 6317483"/>
              <a:gd name="connsiteY56" fmla="*/ 1552575 h 1724025"/>
              <a:gd name="connsiteX57" fmla="*/ 6315075 w 6317483"/>
              <a:gd name="connsiteY57" fmla="*/ 1724025 h 1724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317483" h="1724025">
                <a:moveTo>
                  <a:pt x="0" y="0"/>
                </a:moveTo>
                <a:cubicBezTo>
                  <a:pt x="6350" y="15875"/>
                  <a:pt x="9112" y="33712"/>
                  <a:pt x="19050" y="47625"/>
                </a:cubicBezTo>
                <a:cubicBezTo>
                  <a:pt x="25704" y="56940"/>
                  <a:pt x="37164" y="62026"/>
                  <a:pt x="47625" y="66675"/>
                </a:cubicBezTo>
                <a:cubicBezTo>
                  <a:pt x="55023" y="69963"/>
                  <a:pt x="125825" y="93829"/>
                  <a:pt x="142875" y="95250"/>
                </a:cubicBezTo>
                <a:cubicBezTo>
                  <a:pt x="206235" y="100530"/>
                  <a:pt x="269875" y="101600"/>
                  <a:pt x="333375" y="104775"/>
                </a:cubicBezTo>
                <a:lnTo>
                  <a:pt x="447675" y="123825"/>
                </a:lnTo>
                <a:cubicBezTo>
                  <a:pt x="466345" y="126937"/>
                  <a:pt x="531530" y="137170"/>
                  <a:pt x="552450" y="142875"/>
                </a:cubicBezTo>
                <a:cubicBezTo>
                  <a:pt x="571823" y="148159"/>
                  <a:pt x="590550" y="155575"/>
                  <a:pt x="609600" y="161925"/>
                </a:cubicBezTo>
                <a:lnTo>
                  <a:pt x="638175" y="171450"/>
                </a:lnTo>
                <a:cubicBezTo>
                  <a:pt x="663575" y="247650"/>
                  <a:pt x="625475" y="158750"/>
                  <a:pt x="676275" y="209550"/>
                </a:cubicBezTo>
                <a:cubicBezTo>
                  <a:pt x="727075" y="260350"/>
                  <a:pt x="638175" y="222250"/>
                  <a:pt x="714375" y="247650"/>
                </a:cubicBezTo>
                <a:cubicBezTo>
                  <a:pt x="763522" y="395092"/>
                  <a:pt x="707192" y="242809"/>
                  <a:pt x="752475" y="333375"/>
                </a:cubicBezTo>
                <a:cubicBezTo>
                  <a:pt x="771011" y="370446"/>
                  <a:pt x="753214" y="357324"/>
                  <a:pt x="771525" y="400050"/>
                </a:cubicBezTo>
                <a:cubicBezTo>
                  <a:pt x="776034" y="410572"/>
                  <a:pt x="785926" y="418164"/>
                  <a:pt x="790575" y="428625"/>
                </a:cubicBezTo>
                <a:cubicBezTo>
                  <a:pt x="798730" y="446975"/>
                  <a:pt x="798486" y="469067"/>
                  <a:pt x="809625" y="485775"/>
                </a:cubicBezTo>
                <a:cubicBezTo>
                  <a:pt x="815975" y="495300"/>
                  <a:pt x="824026" y="503889"/>
                  <a:pt x="828675" y="514350"/>
                </a:cubicBezTo>
                <a:cubicBezTo>
                  <a:pt x="836830" y="532700"/>
                  <a:pt x="841375" y="552450"/>
                  <a:pt x="847725" y="571500"/>
                </a:cubicBezTo>
                <a:cubicBezTo>
                  <a:pt x="850900" y="581025"/>
                  <a:pt x="854815" y="590335"/>
                  <a:pt x="857250" y="600075"/>
                </a:cubicBezTo>
                <a:cubicBezTo>
                  <a:pt x="860302" y="612282"/>
                  <a:pt x="869468" y="653085"/>
                  <a:pt x="876300" y="666750"/>
                </a:cubicBezTo>
                <a:cubicBezTo>
                  <a:pt x="881420" y="676989"/>
                  <a:pt x="890230" y="685086"/>
                  <a:pt x="895350" y="695325"/>
                </a:cubicBezTo>
                <a:cubicBezTo>
                  <a:pt x="899840" y="704305"/>
                  <a:pt x="899894" y="715183"/>
                  <a:pt x="904875" y="723900"/>
                </a:cubicBezTo>
                <a:cubicBezTo>
                  <a:pt x="912751" y="737683"/>
                  <a:pt x="924223" y="749082"/>
                  <a:pt x="933450" y="762000"/>
                </a:cubicBezTo>
                <a:cubicBezTo>
                  <a:pt x="950855" y="786367"/>
                  <a:pt x="955133" y="800620"/>
                  <a:pt x="981075" y="819150"/>
                </a:cubicBezTo>
                <a:cubicBezTo>
                  <a:pt x="992629" y="827403"/>
                  <a:pt x="1006475" y="831850"/>
                  <a:pt x="1019175" y="838200"/>
                </a:cubicBezTo>
                <a:cubicBezTo>
                  <a:pt x="1038772" y="867595"/>
                  <a:pt x="1038279" y="870904"/>
                  <a:pt x="1066800" y="895350"/>
                </a:cubicBezTo>
                <a:cubicBezTo>
                  <a:pt x="1078853" y="905681"/>
                  <a:pt x="1093675" y="912700"/>
                  <a:pt x="1104900" y="923925"/>
                </a:cubicBezTo>
                <a:cubicBezTo>
                  <a:pt x="1116125" y="935150"/>
                  <a:pt x="1122796" y="950278"/>
                  <a:pt x="1133475" y="962025"/>
                </a:cubicBezTo>
                <a:cubicBezTo>
                  <a:pt x="1154618" y="985282"/>
                  <a:pt x="1177925" y="1006475"/>
                  <a:pt x="1200150" y="1028700"/>
                </a:cubicBezTo>
                <a:cubicBezTo>
                  <a:pt x="1209675" y="1038225"/>
                  <a:pt x="1220643" y="1046499"/>
                  <a:pt x="1228725" y="1057275"/>
                </a:cubicBezTo>
                <a:cubicBezTo>
                  <a:pt x="1238250" y="1069975"/>
                  <a:pt x="1245435" y="1084828"/>
                  <a:pt x="1257300" y="1095375"/>
                </a:cubicBezTo>
                <a:cubicBezTo>
                  <a:pt x="1274412" y="1110586"/>
                  <a:pt x="1295400" y="1120775"/>
                  <a:pt x="1314450" y="1133475"/>
                </a:cubicBezTo>
                <a:cubicBezTo>
                  <a:pt x="1323975" y="1139825"/>
                  <a:pt x="1332786" y="1147405"/>
                  <a:pt x="1343025" y="1152525"/>
                </a:cubicBezTo>
                <a:cubicBezTo>
                  <a:pt x="1355725" y="1158875"/>
                  <a:pt x="1368797" y="1164530"/>
                  <a:pt x="1381125" y="1171575"/>
                </a:cubicBezTo>
                <a:cubicBezTo>
                  <a:pt x="1391064" y="1177255"/>
                  <a:pt x="1398981" y="1186605"/>
                  <a:pt x="1409700" y="1190625"/>
                </a:cubicBezTo>
                <a:cubicBezTo>
                  <a:pt x="1424859" y="1196309"/>
                  <a:pt x="1441550" y="1196510"/>
                  <a:pt x="1457325" y="1200150"/>
                </a:cubicBezTo>
                <a:cubicBezTo>
                  <a:pt x="1605171" y="1234268"/>
                  <a:pt x="1459457" y="1207419"/>
                  <a:pt x="1619250" y="1228725"/>
                </a:cubicBezTo>
                <a:cubicBezTo>
                  <a:pt x="1759058" y="1247366"/>
                  <a:pt x="1610388" y="1228846"/>
                  <a:pt x="1714500" y="1247775"/>
                </a:cubicBezTo>
                <a:cubicBezTo>
                  <a:pt x="1736589" y="1251791"/>
                  <a:pt x="1758985" y="1253886"/>
                  <a:pt x="1781175" y="1257300"/>
                </a:cubicBezTo>
                <a:cubicBezTo>
                  <a:pt x="1800263" y="1260237"/>
                  <a:pt x="1819324" y="1263370"/>
                  <a:pt x="1838325" y="1266825"/>
                </a:cubicBezTo>
                <a:cubicBezTo>
                  <a:pt x="1854253" y="1269721"/>
                  <a:pt x="1869981" y="1273688"/>
                  <a:pt x="1885950" y="1276350"/>
                </a:cubicBezTo>
                <a:cubicBezTo>
                  <a:pt x="1908095" y="1280041"/>
                  <a:pt x="1930400" y="1282700"/>
                  <a:pt x="1952625" y="1285875"/>
                </a:cubicBezTo>
                <a:cubicBezTo>
                  <a:pt x="2025466" y="1310155"/>
                  <a:pt x="1950599" y="1287767"/>
                  <a:pt x="2105025" y="1304925"/>
                </a:cubicBezTo>
                <a:cubicBezTo>
                  <a:pt x="2180524" y="1313314"/>
                  <a:pt x="2126111" y="1311256"/>
                  <a:pt x="2181225" y="1323975"/>
                </a:cubicBezTo>
                <a:cubicBezTo>
                  <a:pt x="2272925" y="1345137"/>
                  <a:pt x="2272480" y="1342581"/>
                  <a:pt x="2362200" y="1352550"/>
                </a:cubicBezTo>
                <a:cubicBezTo>
                  <a:pt x="2371725" y="1355725"/>
                  <a:pt x="2381121" y="1359317"/>
                  <a:pt x="2390775" y="1362075"/>
                </a:cubicBezTo>
                <a:cubicBezTo>
                  <a:pt x="2414750" y="1368925"/>
                  <a:pt x="2452930" y="1377197"/>
                  <a:pt x="2476500" y="1381125"/>
                </a:cubicBezTo>
                <a:cubicBezTo>
                  <a:pt x="2498645" y="1384816"/>
                  <a:pt x="2521066" y="1386748"/>
                  <a:pt x="2543175" y="1390650"/>
                </a:cubicBezTo>
                <a:cubicBezTo>
                  <a:pt x="2709449" y="1419992"/>
                  <a:pt x="2566562" y="1403711"/>
                  <a:pt x="2752725" y="1419225"/>
                </a:cubicBezTo>
                <a:cubicBezTo>
                  <a:pt x="2878495" y="1444379"/>
                  <a:pt x="2768349" y="1424911"/>
                  <a:pt x="3028950" y="1438275"/>
                </a:cubicBezTo>
                <a:cubicBezTo>
                  <a:pt x="3076618" y="1440720"/>
                  <a:pt x="3124142" y="1445665"/>
                  <a:pt x="3171825" y="1447800"/>
                </a:cubicBezTo>
                <a:lnTo>
                  <a:pt x="3667125" y="1466850"/>
                </a:lnTo>
                <a:cubicBezTo>
                  <a:pt x="3822955" y="1482433"/>
                  <a:pt x="3797104" y="1481856"/>
                  <a:pt x="4019550" y="1485900"/>
                </a:cubicBezTo>
                <a:lnTo>
                  <a:pt x="4810125" y="1495425"/>
                </a:lnTo>
                <a:lnTo>
                  <a:pt x="6219825" y="1504950"/>
                </a:lnTo>
                <a:cubicBezTo>
                  <a:pt x="6229350" y="1508125"/>
                  <a:pt x="6238660" y="1512040"/>
                  <a:pt x="6248400" y="1514475"/>
                </a:cubicBezTo>
                <a:cubicBezTo>
                  <a:pt x="6264106" y="1518402"/>
                  <a:pt x="6281969" y="1515968"/>
                  <a:pt x="6296025" y="1524000"/>
                </a:cubicBezTo>
                <a:cubicBezTo>
                  <a:pt x="6305964" y="1529680"/>
                  <a:pt x="6313990" y="1541179"/>
                  <a:pt x="6315075" y="1552575"/>
                </a:cubicBezTo>
                <a:cubicBezTo>
                  <a:pt x="6320493" y="1609468"/>
                  <a:pt x="6315075" y="1666875"/>
                  <a:pt x="6315075" y="1724025"/>
                </a:cubicBezTo>
              </a:path>
            </a:pathLst>
          </a:custGeom>
          <a:noFill/>
          <a:ln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015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407F826-313D-4667-8820-DB2BC20AB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925" y="1268442"/>
            <a:ext cx="5411684" cy="115964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1224FB9-C981-48CA-9542-0512C4315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534" y="2661171"/>
            <a:ext cx="6702931" cy="385617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D2AC8E4-3E2F-403D-BD35-6D08DF6A4D32}"/>
              </a:ext>
            </a:extLst>
          </p:cNvPr>
          <p:cNvSpPr txBox="1"/>
          <p:nvPr/>
        </p:nvSpPr>
        <p:spPr>
          <a:xfrm>
            <a:off x="0" y="1604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EX1_ResNet34(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初始化、訓練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817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407F826-313D-4667-8820-DB2BC20AB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925" y="1268442"/>
            <a:ext cx="5411684" cy="115964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1224FB9-C981-48CA-9542-0512C4315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534" y="2661171"/>
            <a:ext cx="6702931" cy="385617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D2AC8E4-3E2F-403D-BD35-6D08DF6A4D32}"/>
              </a:ext>
            </a:extLst>
          </p:cNvPr>
          <p:cNvSpPr txBox="1"/>
          <p:nvPr/>
        </p:nvSpPr>
        <p:spPr>
          <a:xfrm>
            <a:off x="0" y="1604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EX1_ResNet34(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初始化、訓練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113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D2AC8E4-3E2F-403D-BD35-6D08DF6A4D32}"/>
              </a:ext>
            </a:extLst>
          </p:cNvPr>
          <p:cNvSpPr txBox="1"/>
          <p:nvPr/>
        </p:nvSpPr>
        <p:spPr>
          <a:xfrm>
            <a:off x="0" y="1604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EX1_ResNet34(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C4605E0-1E0A-4908-A95D-CFAF49770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683" y="1463497"/>
            <a:ext cx="7196634" cy="459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31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00B380C-BC48-4295-9EBF-4E2702A6ADD7}"/>
              </a:ext>
            </a:extLst>
          </p:cNvPr>
          <p:cNvSpPr txBox="1"/>
          <p:nvPr/>
        </p:nvSpPr>
        <p:spPr>
          <a:xfrm>
            <a:off x="0" y="2590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練習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ResNet18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B159B5F-1007-45E4-91FD-D8DA835D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04" y="1428471"/>
            <a:ext cx="8897592" cy="40010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9AA813B-46D1-4843-AE04-CE633F2BAC16}"/>
              </a:ext>
            </a:extLst>
          </p:cNvPr>
          <p:cNvSpPr/>
          <p:nvPr/>
        </p:nvSpPr>
        <p:spPr>
          <a:xfrm>
            <a:off x="3343835" y="1619528"/>
            <a:ext cx="1389529" cy="381000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6333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0264A-B88E-4781-B303-221AB531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4A186D8-5332-3AC0-CC32-9687001AF9DF}"/>
              </a:ext>
            </a:extLst>
          </p:cNvPr>
          <p:cNvSpPr txBox="1"/>
          <p:nvPr/>
        </p:nvSpPr>
        <p:spPr>
          <a:xfrm>
            <a:off x="0" y="2590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本日作業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526B6FB-1BAA-19DB-EA3E-FF8B3818BB34}"/>
              </a:ext>
            </a:extLst>
          </p:cNvPr>
          <p:cNvSpPr txBox="1"/>
          <p:nvPr/>
        </p:nvSpPr>
        <p:spPr>
          <a:xfrm>
            <a:off x="1160980" y="1541124"/>
            <a:ext cx="98426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 err="1"/>
              <a:t>Gradient_van.ipynb</a:t>
            </a:r>
            <a:r>
              <a:rPr lang="zh-TW" altLang="en-US" sz="2400" dirty="0"/>
              <a:t>裡面，修改模型層數</a:t>
            </a:r>
            <a:r>
              <a:rPr lang="en-US" altLang="zh-TW" sz="2400" dirty="0"/>
              <a:t>(__main__)</a:t>
            </a:r>
            <a:r>
              <a:rPr lang="zh-TW" altLang="en-US" sz="2400" dirty="0"/>
              <a:t>，比較</a:t>
            </a:r>
            <a:r>
              <a:rPr lang="en-US" altLang="zh-TW" sz="2400" dirty="0"/>
              <a:t>5</a:t>
            </a:r>
            <a:r>
              <a:rPr lang="zh-TW" altLang="en-US" sz="2400" dirty="0"/>
              <a:t>層、</a:t>
            </a:r>
            <a:r>
              <a:rPr lang="en-US" altLang="zh-TW" sz="2400" dirty="0"/>
              <a:t>20</a:t>
            </a:r>
            <a:r>
              <a:rPr lang="zh-TW" altLang="en-US" sz="2400" dirty="0"/>
              <a:t>層、</a:t>
            </a:r>
            <a:r>
              <a:rPr lang="en-US" altLang="zh-TW" sz="2400" dirty="0"/>
              <a:t>50</a:t>
            </a:r>
            <a:r>
              <a:rPr lang="zh-TW" altLang="en-US" sz="2400" dirty="0"/>
              <a:t>層的三張</a:t>
            </a:r>
            <a:r>
              <a:rPr lang="en-US" altLang="zh-TW" sz="2400" dirty="0"/>
              <a:t>gradient</a:t>
            </a:r>
            <a:r>
              <a:rPr lang="zh-TW" altLang="en-US" sz="2400" dirty="0"/>
              <a:t>圖分布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訓練</a:t>
            </a:r>
            <a:r>
              <a:rPr lang="en-US" altLang="zh-TW" sz="2400" dirty="0"/>
              <a:t>ResNet34</a:t>
            </a:r>
            <a:r>
              <a:rPr lang="zh-TW" altLang="en-US" sz="2400" dirty="0"/>
              <a:t> ，目標 </a:t>
            </a:r>
            <a:r>
              <a:rPr lang="en-US" altLang="zh-TW" sz="2400" dirty="0" err="1"/>
              <a:t>val</a:t>
            </a:r>
            <a:r>
              <a:rPr lang="en-US" altLang="zh-TW" sz="2400" dirty="0"/>
              <a:t> acc 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訓練</a:t>
            </a:r>
            <a:r>
              <a:rPr lang="en-US" altLang="zh-TW" sz="2400" dirty="0"/>
              <a:t>ResNet18 </a:t>
            </a:r>
            <a:r>
              <a:rPr lang="zh-TW" altLang="en-US" sz="2400" dirty="0"/>
              <a:t>，目標 </a:t>
            </a:r>
            <a:r>
              <a:rPr lang="en-US" altLang="zh-TW" sz="2400" dirty="0" err="1"/>
              <a:t>val</a:t>
            </a:r>
            <a:r>
              <a:rPr lang="en-US" altLang="zh-TW" sz="2400" dirty="0"/>
              <a:t> acc 70%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3574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BD4CF14-9C06-4C47-90B8-37E8C742BECE}"/>
              </a:ext>
            </a:extLst>
          </p:cNvPr>
          <p:cNvSpPr txBox="1"/>
          <p:nvPr/>
        </p:nvSpPr>
        <p:spPr>
          <a:xfrm>
            <a:off x="0" y="204186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ADCFB5-6534-4A79-8B71-78A9C8D7F0D0}"/>
              </a:ext>
            </a:extLst>
          </p:cNvPr>
          <p:cNvSpPr/>
          <p:nvPr/>
        </p:nvSpPr>
        <p:spPr>
          <a:xfrm>
            <a:off x="540928" y="2544763"/>
            <a:ext cx="6993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Pytorch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2"/>
              </a:rPr>
              <a:t>https://www.youtube.com/watch?v=DkNIBBBvcPs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3BBB3A-03F0-4133-BCD0-E223A64D25C4}"/>
              </a:ext>
            </a:extLst>
          </p:cNvPr>
          <p:cNvSpPr/>
          <p:nvPr/>
        </p:nvSpPr>
        <p:spPr>
          <a:xfrm>
            <a:off x="540928" y="3244334"/>
            <a:ext cx="486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論文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https://arxiv.org/pdf/1512.03385.pdf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CB11B9-40BE-4EE1-88A3-24E1E8051728}"/>
              </a:ext>
            </a:extLst>
          </p:cNvPr>
          <p:cNvSpPr/>
          <p:nvPr/>
        </p:nvSpPr>
        <p:spPr>
          <a:xfrm>
            <a:off x="540928" y="1845192"/>
            <a:ext cx="7733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ResNet-18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架設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hlinkClick r:id="rId4"/>
              </a:rPr>
              <a:t>https://blog.csdn.net/sunqiande88/article/details/80100891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6845EC-ACD2-45FD-80C8-A07A0A96EFA8}"/>
              </a:ext>
            </a:extLst>
          </p:cNvPr>
          <p:cNvSpPr/>
          <p:nvPr/>
        </p:nvSpPr>
        <p:spPr>
          <a:xfrm>
            <a:off x="540928" y="1275206"/>
            <a:ext cx="6298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逐步解釋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ResNet34 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hlinkClick r:id="rId5"/>
              </a:rPr>
              <a:t>https://meetonfriday.com/posts/fb19d450/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5259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3344</TotalTime>
  <Words>780</Words>
  <Application>Microsoft Office PowerPoint</Application>
  <PresentationFormat>寬螢幕</PresentationFormat>
  <Paragraphs>78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標楷體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蕭兆翔</dc:creator>
  <cp:lastModifiedBy>陳立堯</cp:lastModifiedBy>
  <cp:revision>171</cp:revision>
  <dcterms:created xsi:type="dcterms:W3CDTF">2023-02-07T05:30:01Z</dcterms:created>
  <dcterms:modified xsi:type="dcterms:W3CDTF">2026-04-09T12:32:21Z</dcterms:modified>
</cp:coreProperties>
</file>